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18a9dd051744ca" /><Relationship Type="http://schemas.openxmlformats.org/officeDocument/2006/relationships/extended-properties" Target="/docProps/app.xml" Id="R98fefd3e51d44582" /><Relationship Type="http://schemas.openxmlformats.org/officeDocument/2006/relationships/officeDocument" Target="/ppt/presentation.xml" Id="R3fd8e50693d94890" /></Relationships>
</file>

<file path=ppt/presentation.xml><?xml version="1.0" encoding="utf-8"?>
<p:presentation xmlns:p="http://schemas.openxmlformats.org/presentationml/2006/main">
  <p:sldMasterIdLst>
    <p:sldMasterId xmlns:r="http://schemas.openxmlformats.org/officeDocument/2006/relationships" id="2147483648" r:id="R73bcdb8456654edf"/>
  </p:sldMasterIdLst>
  <p:notesMasterIdLst>
    <p:notesMasterId xmlns:r="http://schemas.openxmlformats.org/officeDocument/2006/relationships" r:id="R6afe8ef29ac84731"/>
  </p:notesMasterIdLst>
  <p:sldIdLst>
    <p:sldId xmlns:r="http://schemas.openxmlformats.org/officeDocument/2006/relationships" id="256" r:id="R6d6d64d0110244e0"/>
    <p:sldId xmlns:r="http://schemas.openxmlformats.org/officeDocument/2006/relationships" id="257" r:id="Re55878f3f66d43eb"/>
    <p:sldId xmlns:r="http://schemas.openxmlformats.org/officeDocument/2006/relationships" id="258" r:id="R207b900685864766"/>
    <p:sldId xmlns:r="http://schemas.openxmlformats.org/officeDocument/2006/relationships" id="259" r:id="Rb4d617b66ee24134"/>
    <p:sldId xmlns:r="http://schemas.openxmlformats.org/officeDocument/2006/relationships" id="260" r:id="R9a53314fe00d4389"/>
    <p:sldId xmlns:r="http://schemas.openxmlformats.org/officeDocument/2006/relationships" id="261" r:id="R5b9b449e9d3b4d40"/>
    <p:sldId xmlns:r="http://schemas.openxmlformats.org/officeDocument/2006/relationships" id="262" r:id="R28d5ab061a2e43d6"/>
    <p:sldId xmlns:r="http://schemas.openxmlformats.org/officeDocument/2006/relationships" id="263" r:id="Re41d4b3e0a2142d8"/>
    <p:sldId xmlns:r="http://schemas.openxmlformats.org/officeDocument/2006/relationships" id="264" r:id="R437f38e016fb486d"/>
    <p:sldId xmlns:r="http://schemas.openxmlformats.org/officeDocument/2006/relationships" id="265" r:id="Rfa041a24cafe4de4"/>
    <p:sldId xmlns:r="http://schemas.openxmlformats.org/officeDocument/2006/relationships" id="266" r:id="R85d8f46ea8254238"/>
    <p:sldId xmlns:r="http://schemas.openxmlformats.org/officeDocument/2006/relationships" id="267" r:id="R7c3b9496a9c84955"/>
    <p:sldId xmlns:r="http://schemas.openxmlformats.org/officeDocument/2006/relationships" id="268" r:id="Rc2e7593db7de4162"/>
    <p:sldId xmlns:r="http://schemas.openxmlformats.org/officeDocument/2006/relationships" id="269" r:id="R14ce2563435c4bd2"/>
    <p:sldId xmlns:r="http://schemas.openxmlformats.org/officeDocument/2006/relationships" id="270" r:id="R14d24106487c4378"/>
    <p:sldId xmlns:r="http://schemas.openxmlformats.org/officeDocument/2006/relationships" id="271" r:id="Rc879730b545a40d3"/>
    <p:sldId xmlns:r="http://schemas.openxmlformats.org/officeDocument/2006/relationships" id="272" r:id="Rbdc8cf8afeb440b8"/>
    <p:sldId xmlns:r="http://schemas.openxmlformats.org/officeDocument/2006/relationships" id="273" r:id="R99095929a4f84d64"/>
    <p:sldId xmlns:r="http://schemas.openxmlformats.org/officeDocument/2006/relationships" id="274" r:id="Rf0372308869646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fdd87f185a4066" /><Relationship Type="http://schemas.openxmlformats.org/officeDocument/2006/relationships/slideMaster" Target="/ppt/slideMasters/slideMaster1.xml" Id="R73bcdb8456654edf" /><Relationship Type="http://schemas.openxmlformats.org/officeDocument/2006/relationships/notesMaster" Target="/ppt/notesMasters/notesMaster1.xml" Id="R6afe8ef29ac84731" /><Relationship Type="http://schemas.openxmlformats.org/officeDocument/2006/relationships/presProps" Target="/ppt/presProps.xml" Id="R85b15db200f8425a" /><Relationship Type="http://schemas.openxmlformats.org/officeDocument/2006/relationships/tableStyles" Target="/ppt/tableStyles.xml" Id="R974f2e595adb4a56" /><Relationship Type="http://schemas.openxmlformats.org/officeDocument/2006/relationships/slide" Target="/ppt/slides/slide1.xml" Id="R6d6d64d0110244e0" /><Relationship Type="http://schemas.openxmlformats.org/officeDocument/2006/relationships/slide" Target="/ppt/slides/slide2.xml" Id="Re55878f3f66d43eb" /><Relationship Type="http://schemas.openxmlformats.org/officeDocument/2006/relationships/slide" Target="/ppt/slides/slide3.xml" Id="R207b900685864766" /><Relationship Type="http://schemas.openxmlformats.org/officeDocument/2006/relationships/slide" Target="/ppt/slides/slide4.xml" Id="Rb4d617b66ee24134" /><Relationship Type="http://schemas.openxmlformats.org/officeDocument/2006/relationships/slide" Target="/ppt/slides/slide5.xml" Id="R9a53314fe00d4389" /><Relationship Type="http://schemas.openxmlformats.org/officeDocument/2006/relationships/slide" Target="/ppt/slides/slide6.xml" Id="R5b9b449e9d3b4d40" /><Relationship Type="http://schemas.openxmlformats.org/officeDocument/2006/relationships/slide" Target="/ppt/slides/slide7.xml" Id="R28d5ab061a2e43d6" /><Relationship Type="http://schemas.openxmlformats.org/officeDocument/2006/relationships/slide" Target="/ppt/slides/slide8.xml" Id="Re41d4b3e0a2142d8" /><Relationship Type="http://schemas.openxmlformats.org/officeDocument/2006/relationships/slide" Target="/ppt/slides/slide9.xml" Id="R437f38e016fb486d" /><Relationship Type="http://schemas.openxmlformats.org/officeDocument/2006/relationships/slide" Target="/ppt/slides/slide10.xml" Id="Rfa041a24cafe4de4" /><Relationship Type="http://schemas.openxmlformats.org/officeDocument/2006/relationships/slide" Target="/ppt/slides/slide11.xml" Id="R85d8f46ea8254238" /><Relationship Type="http://schemas.openxmlformats.org/officeDocument/2006/relationships/slide" Target="/ppt/slides/slide12.xml" Id="R7c3b9496a9c84955" /><Relationship Type="http://schemas.openxmlformats.org/officeDocument/2006/relationships/slide" Target="/ppt/slides/slide13.xml" Id="Rc2e7593db7de4162" /><Relationship Type="http://schemas.openxmlformats.org/officeDocument/2006/relationships/slide" Target="/ppt/slides/slide14.xml" Id="R14ce2563435c4bd2" /><Relationship Type="http://schemas.openxmlformats.org/officeDocument/2006/relationships/slide" Target="/ppt/slides/slide15.xml" Id="R14d24106487c4378" /><Relationship Type="http://schemas.openxmlformats.org/officeDocument/2006/relationships/slide" Target="/ppt/slides/slide16.xml" Id="Rc879730b545a40d3" /><Relationship Type="http://schemas.openxmlformats.org/officeDocument/2006/relationships/slide" Target="/ppt/slides/slide17.xml" Id="Rbdc8cf8afeb440b8" /><Relationship Type="http://schemas.openxmlformats.org/officeDocument/2006/relationships/slide" Target="/ppt/slides/slide18.xml" Id="R99095929a4f84d64" /><Relationship Type="http://schemas.openxmlformats.org/officeDocument/2006/relationships/slide" Target="/ppt/slides/slide19.xml" Id="Rf0372308869646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403cf0177e45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4d62df76834db7" /><Relationship Type="http://schemas.openxmlformats.org/officeDocument/2006/relationships/notesMaster" Target="/ppt/notesMasters/notesMaster1.xml" Id="R20480c91d82544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250709149d4901" /><Relationship Type="http://schemas.openxmlformats.org/officeDocument/2006/relationships/notesMaster" Target="/ppt/notesMasters/notesMaster1.xml" Id="Rafcdc38c2f1644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d9a4ca9bab476d" /><Relationship Type="http://schemas.openxmlformats.org/officeDocument/2006/relationships/notesMaster" Target="/ppt/notesMasters/notesMaster1.xml" Id="Rf0e4b93660b547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96e027793a4c1f" /><Relationship Type="http://schemas.openxmlformats.org/officeDocument/2006/relationships/notesMaster" Target="/ppt/notesMasters/notesMaster1.xml" Id="Ra6d7edecb1d442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9e883a953741aa" /><Relationship Type="http://schemas.openxmlformats.org/officeDocument/2006/relationships/notesMaster" Target="/ppt/notesMasters/notesMaster1.xml" Id="R7c512016d2564f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f0d11913224bb5" /><Relationship Type="http://schemas.openxmlformats.org/officeDocument/2006/relationships/notesMaster" Target="/ppt/notesMasters/notesMaster1.xml" Id="R56b21a95706d45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223617329d442e" /><Relationship Type="http://schemas.openxmlformats.org/officeDocument/2006/relationships/notesMaster" Target="/ppt/notesMasters/notesMaster1.xml" Id="R0f096216505042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8fe123939b4b68" /><Relationship Type="http://schemas.openxmlformats.org/officeDocument/2006/relationships/notesMaster" Target="/ppt/notesMasters/notesMaster1.xml" Id="R8e6f042ac57b47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b480bb84be4e1c" /><Relationship Type="http://schemas.openxmlformats.org/officeDocument/2006/relationships/notesMaster" Target="/ppt/notesMasters/notesMaster1.xml" Id="Rf1e0511d411146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91e7d19fa2419f" /><Relationship Type="http://schemas.openxmlformats.org/officeDocument/2006/relationships/notesMaster" Target="/ppt/notesMasters/notesMaster1.xml" Id="R930e5d0ad1404f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6319c4df504b57" /><Relationship Type="http://schemas.openxmlformats.org/officeDocument/2006/relationships/notesMaster" Target="/ppt/notesMasters/notesMaster1.xml" Id="R465c97ca27af44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8813842ca546de" /><Relationship Type="http://schemas.openxmlformats.org/officeDocument/2006/relationships/notesMaster" Target="/ppt/notesMasters/notesMaster1.xml" Id="Ra804223e5bbd45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b55fbffe4943ea" /><Relationship Type="http://schemas.openxmlformats.org/officeDocument/2006/relationships/notesMaster" Target="/ppt/notesMasters/notesMaster1.xml" Id="R6e861a34a2f9427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bb685ea20e423d" /><Relationship Type="http://schemas.openxmlformats.org/officeDocument/2006/relationships/notesMaster" Target="/ppt/notesMasters/notesMaster1.xml" Id="R77e8190722cd4c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2c39335f7143c8" /><Relationship Type="http://schemas.openxmlformats.org/officeDocument/2006/relationships/notesMaster" Target="/ppt/notesMasters/notesMaster1.xml" Id="R52535ae6dad44f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c53f115cf64db4" /><Relationship Type="http://schemas.openxmlformats.org/officeDocument/2006/relationships/notesMaster" Target="/ppt/notesMasters/notesMaster1.xml" Id="R4151f95e9aff4c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3e1f5ca0ea43b3" /><Relationship Type="http://schemas.openxmlformats.org/officeDocument/2006/relationships/notesMaster" Target="/ppt/notesMasters/notesMaster1.xml" Id="R512405b4dc8047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54657ec9724840" /><Relationship Type="http://schemas.openxmlformats.org/officeDocument/2006/relationships/notesMaster" Target="/ppt/notesMasters/notesMaster1.xml" Id="R11d38991f4174a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9780d0013f4e1d" /><Relationship Type="http://schemas.openxmlformats.org/officeDocument/2006/relationships/notesMaster" Target="/ppt/notesMasters/notesMaster1.xml" Id="Ra3ccaf40e06942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1e4f03b90845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d386e8bc164d4d" /><Relationship Type="http://schemas.openxmlformats.org/officeDocument/2006/relationships/slideLayout" Target="/ppt/slideLayouts/slideLayout1.xml" Id="Ra1c0b4ddbc4944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c0b4ddbc4944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f8a52eee084ce8" /><Relationship Type="http://schemas.openxmlformats.org/officeDocument/2006/relationships/image" Target="/ppt/media/image.png" Id="Rd610cbf146c74e83" /><Relationship Type="http://schemas.openxmlformats.org/officeDocument/2006/relationships/notesSlide" Target="/ppt/notesSlides/notesSlide1.xml" Id="R04a58b15270d42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4c8a2e5f094e16" /><Relationship Type="http://schemas.openxmlformats.org/officeDocument/2006/relationships/image" Target="/ppt/media/image.jpeg" Id="R15d39055980c481f" /><Relationship Type="http://schemas.openxmlformats.org/officeDocument/2006/relationships/notesSlide" Target="/ppt/notesSlides/notesSlide2.xml" Id="R95e795ff697941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d93e46c34145e2" /><Relationship Type="http://schemas.openxmlformats.org/officeDocument/2006/relationships/image" Target="/ppt/media/image2.png" Id="R53155f946ee84fc8" /><Relationship Type="http://schemas.openxmlformats.org/officeDocument/2006/relationships/notesSlide" Target="/ppt/notesSlides/notesSlide3.xml" Id="R4dc5336788464f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b7dfdf75b5424d" /><Relationship Type="http://schemas.openxmlformats.org/officeDocument/2006/relationships/notesSlide" Target="/ppt/notesSlides/notesSlide4.xml" Id="Raffe17f7442e4c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e9ebf6dff24608" /><Relationship Type="http://schemas.openxmlformats.org/officeDocument/2006/relationships/image" Target="/ppt/media/image2.jpeg" Id="Raf6af9a2a7eb46e5" /><Relationship Type="http://schemas.openxmlformats.org/officeDocument/2006/relationships/notesSlide" Target="/ppt/notesSlides/notesSlide5.xml" Id="Rf0d8092c77a74a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f2b0479ad346e4" /><Relationship Type="http://schemas.openxmlformats.org/officeDocument/2006/relationships/image" Target="/ppt/media/image3.jpeg" Id="R56a70cdfff134774" /><Relationship Type="http://schemas.openxmlformats.org/officeDocument/2006/relationships/image" Target="/ppt/media/image3.png" Id="R1e0a8a249c0e44ea" /><Relationship Type="http://schemas.openxmlformats.org/officeDocument/2006/relationships/image" Target="/ppt/media/image4.jpeg" Id="R2852991e52944c61" /><Relationship Type="http://schemas.openxmlformats.org/officeDocument/2006/relationships/image" Target="/ppt/media/image4.png" Id="Rcf7e5054b9734d39" /><Relationship Type="http://schemas.openxmlformats.org/officeDocument/2006/relationships/notesSlide" Target="/ppt/notesSlides/notesSlide6.xml" Id="Ra1da3c650c3042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050d887d6c49da" /><Relationship Type="http://schemas.openxmlformats.org/officeDocument/2006/relationships/image" Target="/ppt/media/image5.png" Id="R2d14d92c9fe34762" /><Relationship Type="http://schemas.openxmlformats.org/officeDocument/2006/relationships/notesSlide" Target="/ppt/notesSlides/notesSlide7.xml" Id="R39437a52d20149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d9fcd3c0b54e30" /><Relationship Type="http://schemas.openxmlformats.org/officeDocument/2006/relationships/notesSlide" Target="/ppt/notesSlides/notesSlide8.xml" Id="R3f3e5db8481340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28a0eb4ee247d9" /><Relationship Type="http://schemas.openxmlformats.org/officeDocument/2006/relationships/image" Target="/ppt/media/image6.png" Id="R879f6c12bb704821" /><Relationship Type="http://schemas.openxmlformats.org/officeDocument/2006/relationships/notesSlide" Target="/ppt/notesSlides/notesSlide9.xml" Id="R90ebfbe007d74f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540d5da32a4ca6" /><Relationship Type="http://schemas.openxmlformats.org/officeDocument/2006/relationships/image" Target="/ppt/media/image7.png" Id="Ra34335cc1cb547e9" /><Relationship Type="http://schemas.openxmlformats.org/officeDocument/2006/relationships/image" Target="/ppt/media/image8.png" Id="Re17d59af8abb45cf" /><Relationship Type="http://schemas.openxmlformats.org/officeDocument/2006/relationships/notesSlide" Target="/ppt/notesSlides/notesSlide10.xml" Id="Rfeeb7db54ad345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8b66c3eb1b4f92" /><Relationship Type="http://schemas.openxmlformats.org/officeDocument/2006/relationships/chart" Target="/ppt/slides/charts/chart1.xml" Id="R4409d9792ed7410e" /><Relationship Type="http://schemas.openxmlformats.org/officeDocument/2006/relationships/notesSlide" Target="/ppt/notesSlides/notesSlide11.xml" Id="R6be9e61bbd034e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9d644e50d524e3c" /><Relationship Type="http://schemas.openxmlformats.org/officeDocument/2006/relationships/chart" Target="/ppt/slides/charts/chart2.xml" Id="R41151298d75c4285" /><Relationship Type="http://schemas.openxmlformats.org/officeDocument/2006/relationships/notesSlide" Target="/ppt/notesSlides/notesSlide12.xml" Id="Rb2e40786186045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a8e3a285dc4e96" /><Relationship Type="http://schemas.openxmlformats.org/officeDocument/2006/relationships/image" Target="/ppt/media/image9.png" Id="R803f589692194f6e" /><Relationship Type="http://schemas.openxmlformats.org/officeDocument/2006/relationships/notesSlide" Target="/ppt/notesSlides/notesSlide13.xml" Id="Rab5e19ee6b3346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cf51cf241d4dd9" /><Relationship Type="http://schemas.openxmlformats.org/officeDocument/2006/relationships/image" Target="/ppt/media/image10.png" Id="Rd2ff164ad3244630" /><Relationship Type="http://schemas.openxmlformats.org/officeDocument/2006/relationships/notesSlide" Target="/ppt/notesSlides/notesSlide14.xml" Id="R92a4cd4569ce40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d07522672447d8" /><Relationship Type="http://schemas.openxmlformats.org/officeDocument/2006/relationships/notesSlide" Target="/ppt/notesSlides/notesSlide15.xml" Id="R2e4e5d9a6d3b4a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d5ea14264948fd" /><Relationship Type="http://schemas.openxmlformats.org/officeDocument/2006/relationships/notesSlide" Target="/ppt/notesSlides/notesSlide16.xml" Id="R8b9a532f9fb84f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b65a3a605b4e28" /><Relationship Type="http://schemas.openxmlformats.org/officeDocument/2006/relationships/notesSlide" Target="/ppt/notesSlides/notesSlide17.xml" Id="R3af83ad22d5e47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6491c8ca86b453c" /><Relationship Type="http://schemas.openxmlformats.org/officeDocument/2006/relationships/notesSlide" Target="/ppt/notesSlides/notesSlide18.xml" Id="Re97dd19940c944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161e74c2834d18" /><Relationship Type="http://schemas.openxmlformats.org/officeDocument/2006/relationships/image" Target="/ppt/media/image11.png" Id="Racf05a5538c84364" /><Relationship Type="http://schemas.openxmlformats.org/officeDocument/2006/relationships/notesSlide" Target="/ppt/notesSlides/notesSlide19.xml" Id="R63e73acd26f84d1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610cbf146c74e83"/>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0129B333-480E-4A4D-8E01-EC98BF462E40}"/>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22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352F8A-6477-4E43-9020-214BA1151678}"/>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0C1B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02F7A3-C4D9-4548-9C94-48067EBA5C7F}"/>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B8F0"/>
                </a:solidFill>
                <a:latin typeface="Avenir Next"/>
                <a:ea typeface="Avenir Next"/>
                <a:cs typeface="Avenir Next"/>
              </a:defRPr>
            </a:pPr>
            <a:r>
              <a:rPr sz="1125" b="1">
                <a:solidFill>
                  <a:srgbClr val="22B8F0"/>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ECF9BA87-6A85-4CB8-BA8A-61A0D9E6A97B}"/>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defRPr sz="4350" b="1">
                <a:solidFill>
                  <a:srgbClr val="F5F8FC"/>
                </a:solidFill>
                <a:latin typeface="Avenir Next"/>
                <a:ea typeface="Avenir Next"/>
                <a:cs typeface="Avenir Next"/>
              </a:defRPr>
            </a:pPr>
            <a:r>
              <a:rPr sz="4350" b="1">
                <a:solidFill>
                  <a:srgbClr val="F5F8FC"/>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31640B25-936F-4BB2-868C-FE29B6A1E78E}"/>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79D8F7"/>
                </a:solidFill>
                <a:latin typeface="Avenir Next"/>
                <a:ea typeface="Avenir Next"/>
                <a:cs typeface="Avenir Next"/>
              </a:defRPr>
            </a:pPr>
            <a:r>
              <a:rPr sz="2700" b="1">
                <a:solidFill>
                  <a:srgbClr val="79D8F7"/>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C178F74B-2E7D-48AC-AE4D-6AF2D79C439C}"/>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D8E4F2"/>
                </a:solidFill>
                <a:latin typeface="Avenir Next"/>
                <a:ea typeface="Avenir Next"/>
                <a:cs typeface="Avenir Next"/>
              </a:defRPr>
            </a:pPr>
            <a:r>
              <a:rPr sz="1800" b="0">
                <a:solidFill>
                  <a:srgbClr val="D8E4F2"/>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7FC66E1C-498C-4B42-A29D-967C53FF1C43}"/>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AAC8477-2E69-41CF-A419-C47FF43B8A44}"/>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161D264A-0E71-407C-B7CD-6063CF4DE86E}"/>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Piyath Vithanage  ·  Elio Krollpfeiffer</a:t>
            </a:r>
          </a:p>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41309D21-8FA2-4DFC-BB03-43CE7424C9F2}"/>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9 September 2026</a:t>
            </a:r>
          </a:p>
        </p:txBody>
      </p:sp>
    </p:spTree>
    <p:extLst>
      <p:ext uri="{BB962C8B-B14F-4D97-AF65-F5344CB8AC3E}">
        <p14:creationId xmlns:p14="http://schemas.microsoft.com/office/powerpoint/2010/main" val="920413929"/>
      </p:ext>
    </p:extLst>
  </p:cSld>
</p:sld>
</file>

<file path=ppt/slides/slide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08B0529-5933-479E-BF3E-65F68EB4FC2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91F78C9-5070-43FF-B508-CA4F761F922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D5FAA1CF-E7DC-441E-B6C1-66001F096C6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089B24-28C6-48B1-AAEF-C313B4D6C09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B9C48E32-7AD2-4D19-ACBA-18DE8AAB07D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5d39055980c481f"/>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2F2B32D0-F3AC-423D-A8AA-DB1BB809CF59}"/>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E3DE635F-184A-4BD2-9488-04191852E986}"/>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defRPr sz="2325" b="1">
                <a:solidFill>
                  <a:srgbClr val="F5F8FC"/>
                </a:solidFill>
                <a:latin typeface="Avenir Next"/>
                <a:ea typeface="Avenir Next"/>
                <a:cs typeface="Avenir Next"/>
              </a:defRPr>
            </a:pPr>
            <a:r>
              <a:rPr sz="2325" b="1">
                <a:solidFill>
                  <a:srgbClr val="F5F8FC"/>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A7463AFE-DF21-4DE5-B3B8-EE6CE30D2A88}"/>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545116-8FA0-4FDE-9F61-7AC648305B5E}"/>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C6447632-5FB0-45DF-9538-175B882FBF9A}"/>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1C7220A-550E-4227-A3AE-C246323F2152}"/>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28D91757-722C-4256-AE97-D4A4FF7DF850}"/>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6B8D84-810F-455E-ABDB-2CB2438BC1D0}"/>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E9252A70-7FAC-4A36-86AB-17993943DA0E}"/>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7FA8BF-B777-44B1-8325-04AF1E648A15}"/>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9D83765C-4530-4CB4-B49A-CCD9E7CFB152}"/>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112744"/>
          </a:solidFill>
          <a:ln xmlns:a="http://schemas.openxmlformats.org/drawingml/2006/main" w="9525">
            <a:solidFill>
              <a:srgbClr val="294564"/>
            </a:solidFill>
            <a:prstDash val="solid"/>
          </a:ln>
        </p:spPr>
      </p:sp>
      <p:sp>
        <p:nvSpPr>
          <p:cNvPr id="18" name="">
            <a:extLst xmlns:a="http://schemas.openxmlformats.org/drawingml/2006/main">
              <a:ext uri="{FF2B5EF4-FFF2-40B4-BE49-F238E27FC236}">
                <a16:creationId xmlns:a16="http://schemas.microsoft.com/office/drawing/2014/main" id="{EC8210C3-EA9D-4574-930D-8A38AB9D72C9}"/>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098412517"/>
      </p:ext>
    </p:extLst>
  </p:cSld>
</p:sld>
</file>

<file path=ppt/slides/slide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6825124-C1EF-4C4C-9FD8-DE362FA26C3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5F430BFE-6725-4BDB-861B-CABA8E16ABF4}"/>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0F969591-C5E6-4D4A-B2FB-4D8CBD02352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DA6CA5-7F30-48CC-AB5F-303D44BEFAD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8EC62D3-A75E-4BBB-ADE9-CDB89CD2A3F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3155f946ee84fc8"/>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1AEF0634-2737-42FA-B37B-6EAEE4DDB668}"/>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FF7D2E04-FFEB-496A-9727-C45912CFE4C6}"/>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6FA0E9-39AB-4CCC-8891-7C1EDDAD80E6}"/>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529CA80D-D170-4C7D-ABED-415703E56242}"/>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3E50AD-6DDE-4B8D-9AD1-D9C105DE9795}"/>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8791275B-224F-4B83-802F-E0607D497248}"/>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98F86B8-AAB3-4785-9CC6-564EE830E691}"/>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08CDA300-2E3E-4930-9C83-1A564C0791A4}"/>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38558B-9BCB-497A-866A-463B820F228F}"/>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B36F66F2-909D-4D5A-A8A4-4B3E54BDC69B}"/>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E76BE8-16FE-4B2C-918E-135EF7E21B8C}"/>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CB9090BF-136D-45F9-AABE-9919C7114BF3}"/>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FF5C629-1A22-458D-B323-27B026AA0110}"/>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F5A4EEBA-1265-432B-A455-0783D825CF03}"/>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1039031700"/>
      </p:ext>
    </p:extLst>
  </p:cSld>
</p:sld>
</file>

<file path=ppt/slides/slide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7E0F9C4-F8B9-4920-93B0-1335EA430EC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8E51B53F-9E93-4419-9B78-ED1B3B8A678A}"/>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50028EEF-CD2D-4932-A0BE-53A540CA5C6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18ED1A-3E33-47DE-B971-10F9D5CEDE7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63087E0-F41B-4C26-9C2E-FD3EA62BDE2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64398B67-EA93-44F9-A926-238716EF9702}"/>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57250B5F-D7DC-44E9-9DB7-336684047566}"/>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9C327B2B-FCF3-486E-9A3D-612B63748AFE}"/>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B1E390F5-1EE7-4B15-8C34-F8DB34163E3F}"/>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D6C707F-E68C-455F-A21C-7C5F169D1FDA}"/>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CE540DBC-2CAC-43EB-936D-6DD6C2E48986}"/>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898AB5C3-317C-4B16-A0A8-EA8BBDC17AFA}"/>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0D98FCEE-C010-4CDE-8C05-3FE6A3B883FE}"/>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A2FCBCF-539E-46A1-9741-53FB4722CA68}"/>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E0517D26-E852-465E-A37F-5E7D4D6AA82A}"/>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2A0431B3-D040-49BC-BABA-B717BD02949D}"/>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43EF02E4-D579-44ED-8AD7-560157BD08BC}"/>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322E030-6F47-4B0A-B3DA-54F426DE0D83}"/>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FB74D64E-2099-419C-9AE1-5E8FD6184E67}"/>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1AAA9B7D-FFD7-4250-A999-BB9E347678F4}"/>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A2F80229-75DD-49CB-8DCF-78C32D0C8BD0}"/>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19249CD-E162-48CE-B9C9-2A936910F29E}"/>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6E886C0-D40A-41CA-A794-99EF4B2A798B}"/>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E0B"/>
                </a:solidFill>
                <a:latin typeface="Avenir Next"/>
                <a:ea typeface="Avenir Next"/>
                <a:cs typeface="Avenir Next"/>
              </a:defRPr>
            </a:pPr>
            <a:r>
              <a:rPr sz="1275" b="1">
                <a:solidFill>
                  <a:srgbClr val="F59E0B"/>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C0C71A43-9616-432C-A84C-BA6284D9A019}"/>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0">
                <a:solidFill>
                  <a:srgbClr val="F5F8FC"/>
                </a:solidFill>
                <a:latin typeface="Avenir Next"/>
                <a:ea typeface="Avenir Next"/>
                <a:cs typeface="Avenir Next"/>
              </a:defRPr>
            </a:pPr>
            <a:r>
              <a:rPr sz="1425" b="0">
                <a:solidFill>
                  <a:srgbClr val="F5F8FC"/>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1452890451"/>
      </p:ext>
    </p:extLst>
  </p:cSld>
</p:sld>
</file>

<file path=ppt/slides/slide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1BF6DEA-C9D2-48A3-89FB-7DA7337E88A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D1A9A54-345C-4739-AE6E-D3D466AB012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E7B08E3F-3EBD-48CB-ACA4-9B0E631E9BEC}"/>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2FE87A-B9BA-4386-8D68-0C065E061DC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42BE5C48-07BE-404D-A847-91C3D433575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f6af9a2a7eb46e5"/>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7A414C3A-A4D3-46D1-AACE-47BBFEF87E41}"/>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C6D13734-C735-46CE-B03F-45511FCC9B68}"/>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69EA8E67-34D4-494D-BC86-87CB0897E4DE}"/>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75417BA6-B8CA-4EFF-B687-4E97AF2943E9}"/>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E152D615-E382-4418-A0BC-0B14007E200F}"/>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3510DB09-08DC-4D87-B3D6-A4348BEC900F}"/>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218E311E-2E2B-49D7-8B15-59EFAD76E1DA}"/>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5C1C6A31-0ABC-444B-BBB0-B8DCC761C815}"/>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5A8DC7B4-B0FC-4959-AC1C-2FB65F92C88C}"/>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30739268-DF6E-4DAD-B6D6-7BEFEBAA6A5F}"/>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1127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9F0B9FA-AA61-451D-BE7E-6638C8E450DB}"/>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36420562"/>
      </p:ext>
    </p:extLst>
  </p:cSld>
</p:sld>
</file>

<file path=ppt/slides/slide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B0AF852-0853-4026-BDF1-8979078D64C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5F4B665-C8B4-4EBE-B86D-13244E2710B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424C4CF0-898B-45B7-B538-A0A89BEB94A3}"/>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48B057-87F6-4399-85AC-94CDEF4493E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F977ED2E-F0FF-48C7-B7B7-43A80D987C1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6a70cdfff134774"/>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E359A2FE-9C77-4D64-A55B-BF1A410B4F3A}"/>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F6399F94-169B-4895-91FD-D0F840198FE3}"/>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117F1071-71EC-45EB-ADF2-91E4D1734390}"/>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Reference heat loss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e0a8a249c0e44ea"/>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27FE84B0-5659-4235-B78D-65C6E54D67B7}"/>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4DAA404B-7A7A-4ED7-A597-86649442ECB0}"/>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413150CE-074B-4818-B1EA-31E132318322}"/>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Trapped air cells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852991e52944c61"/>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ACED843B-C8CC-4679-B88D-C25A765D372B}"/>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854CF865-341E-42CE-BAE5-56792D45E264}"/>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86FADF3A-72E6-4B51-850F-D3F3D6CEA7B9}"/>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Reflective layer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f7e5054b9734d39"/>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C784C156-98FC-4F3E-9098-4FF8909569E5}"/>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25549818-E926-47E4-A697-DC0550E5DF2F}"/>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1C98A"/>
                </a:solidFill>
                <a:latin typeface="Avenir Next"/>
                <a:ea typeface="Avenir Next"/>
                <a:cs typeface="Avenir Next"/>
              </a:defRPr>
            </a:pPr>
            <a:r>
              <a:rPr sz="1275" b="1">
                <a:solidFill>
                  <a:srgbClr val="21C98A"/>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29781EB3-0297-49DD-B06C-97255B2CF88B}"/>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9044299A-BE24-4A04-A642-D6B57D88770D}"/>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i="1">
                <a:solidFill>
                  <a:srgbClr val="F59E0B"/>
                </a:solidFill>
                <a:latin typeface="Avenir Next"/>
                <a:ea typeface="Avenir Next"/>
                <a:cs typeface="Avenir Next"/>
              </a:defRPr>
            </a:pPr>
            <a:r>
              <a:rPr sz="1350" b="0" i="1">
                <a:solidFill>
                  <a:srgbClr val="F59E0B"/>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25209258"/>
      </p:ext>
    </p:extLst>
  </p:cSld>
</p:sld>
</file>

<file path=ppt/slides/slide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415C9AF-F72E-4723-8AA1-09CBA8BE9B6C}"/>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0C3C4765-6A22-4D12-B8E0-F50E2820CFC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9E4F1538-0489-4355-AE73-F166665DDF3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2103E3-BB5A-4F28-82FB-6F30054B7371}"/>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2978B86-B499-4B18-A952-8E644D2EE17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d14d92c9fe34762"/>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CC5DC585-D03B-472F-858F-0BF289D7D586}"/>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26D5BD-3AB8-4852-B8CE-3527367612D6}"/>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sp>
        <p:nvSpPr>
          <p:cNvPr id="9" name="">
            <a:extLst xmlns:a="http://schemas.openxmlformats.org/drawingml/2006/main">
              <a:ext uri="{FF2B5EF4-FFF2-40B4-BE49-F238E27FC236}">
                <a16:creationId xmlns:a16="http://schemas.microsoft.com/office/drawing/2014/main" id="{A0172581-6DA5-41AF-8B0E-AEEB6605C7C4}"/>
              </a:ext>
            </a:extLst>
          </p:cNvPr>
          <p:cNvSpPr>
            <a:spLocks xmlns:a="http://schemas.openxmlformats.org/drawingml/2006/main" noGrp="1"/>
          </p:cNvSpPr>
          <p:nvPr/>
        </p:nvSpPr>
        <p:spPr>
          <a:xfrm xmlns:a="http://schemas.openxmlformats.org/drawingml/2006/main">
            <a:off x="7772400" y="198120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F5F8FC"/>
                </a:solidFill>
                <a:latin typeface="Avenir Next"/>
                <a:ea typeface="Avenir Next"/>
                <a:cs typeface="Avenir Next"/>
              </a:defRPr>
            </a:pPr>
            <a:r>
              <a:rPr sz="2025" b="1">
                <a:solidFill>
                  <a:srgbClr val="F5F8FC"/>
                </a:solidFill>
                <a:latin typeface="Avenir Next"/>
                <a:ea typeface="Avenir Next"/>
                <a:cs typeface="Avenir Next"/>
              </a:rPr>
              <a:t>T(t) = Tenv + (T₀ − Tenv)e⁻ᵏᵗ</a:t>
            </a:r>
          </a:p>
        </p:txBody>
      </p:sp>
      <p:sp>
        <p:nvSpPr>
          <p:cNvPr id="10" name="">
            <a:extLst xmlns:a="http://schemas.openxmlformats.org/drawingml/2006/main">
              <a:ext uri="{FF2B5EF4-FFF2-40B4-BE49-F238E27FC236}">
                <a16:creationId xmlns:a16="http://schemas.microsoft.com/office/drawing/2014/main" id="{2C86793F-8050-41DF-9410-48241DD0147D}"/>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3F0C29F4-0BD7-47F0-99C6-B8A8163E21EF}"/>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0CEAEAA2-394F-4611-AFCE-D8B612D84DDC}"/>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55DFA778-8D0F-4AF1-9C88-5A502A39802C}"/>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D6A3852D-7584-4421-8198-149FBB4A6249}"/>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2B8F0"/>
                </a:solidFill>
                <a:latin typeface="Avenir Next"/>
                <a:ea typeface="Avenir Next"/>
                <a:cs typeface="Avenir Next"/>
              </a:defRPr>
            </a:pPr>
            <a:r>
              <a:rPr sz="1200" b="1">
                <a:solidFill>
                  <a:srgbClr val="22B8F0"/>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6D0D7477-F5A3-437E-859A-3B575B77DFC0}"/>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5F88BE13-E285-4D0A-B8E3-A8CFD742E89D}"/>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8B8169F1-9E67-4B5A-8868-FBC40E614D35}"/>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1C98A"/>
                </a:solidFill>
                <a:latin typeface="Avenir Next"/>
                <a:ea typeface="Avenir Next"/>
                <a:cs typeface="Avenir Next"/>
              </a:defRPr>
            </a:pPr>
            <a:r>
              <a:rPr sz="1200" b="1">
                <a:solidFill>
                  <a:srgbClr val="21C98A"/>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D4FF8C12-A23A-4DDC-9A44-00975CCC839F}"/>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CD5DE98E-0B28-4042-8776-DAFB22C83752}"/>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Mylar reduces radiative exchange</a:t>
            </a:r>
          </a:p>
        </p:txBody>
      </p:sp>
    </p:spTree>
    <p:extLst>
      <p:ext uri="{BB962C8B-B14F-4D97-AF65-F5344CB8AC3E}">
        <p14:creationId xmlns:p14="http://schemas.microsoft.com/office/powerpoint/2010/main" val="226625052"/>
      </p:ext>
    </p:extLst>
  </p:cSld>
</p:sld>
</file>

<file path=ppt/slides/slide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F03FCAA-F0AE-47FF-B74E-218C45C0E64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FB22CDF-42E4-402F-9477-D4ADE2392AF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CC2969F0-0EA9-42C7-B492-440A8A40874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FF5B68-7285-4795-8C5C-FCB531071286}"/>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FD0BBB2F-549E-4D5F-ABFE-F863A6EA9FF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F08B6B97-8ABB-4FFF-89E6-6FB7E2802B0E}"/>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95092D4F-F125-4D82-92F4-9F656E99B0BA}"/>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5A8529DE-2774-40BA-86A9-FF66294850EE}"/>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3CEDF2C3-9007-46A8-8399-F1CCEA632CF8}"/>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DB5495-B28E-42C3-B932-8245CE0FC484}"/>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D87057C2-5E52-43E3-B77F-6E1EB83DEE6A}"/>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E45BBE76-3CD0-41A9-BEC2-D55586817427}"/>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CCE4491D-8B74-4D01-9961-3EEB991E2E72}"/>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8C9DAAB-4513-43F8-9C39-AD970AFBBB05}"/>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35849DA8-E06F-446C-A42F-8C171131CB10}"/>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430639CE-D3EB-41B0-8447-FCE8FD51EC9D}"/>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E62A0442-37A5-4B14-A0EA-045F9774572D}"/>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1D8A462-8FDA-4CCC-BFAB-2C5573E27D59}"/>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44AE4137-E580-48BB-9810-69E6CDCDE90C}"/>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F258B012-2BA7-4C45-B048-4472BBE1E8D6}"/>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6F42F2EA-4B2D-4122-A73C-AC80AE9639B1}"/>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22C02C3-A2D6-4C99-B6DA-6BCCA505C40D}"/>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F59E0B"/>
                </a:solidFill>
                <a:latin typeface="Avenir Next"/>
                <a:ea typeface="Avenir Next"/>
                <a:cs typeface="Avenir Next"/>
              </a:defRPr>
            </a:pPr>
            <a:r>
              <a:rPr sz="1125" b="1">
                <a:solidFill>
                  <a:srgbClr val="F59E0B"/>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7A417A95-D534-47D4-A5B0-49238D2E1C8C}"/>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CEA4AF-9237-4103-8448-E82E41FD1CF5}"/>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49AA9757-D40D-4BBB-A91D-859996A7925F}"/>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C9C6395-625C-4A06-BB15-FEF30A2C22E8}"/>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25FA44E1-C962-447A-B126-4B0A33A8B3A9}"/>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0B0DBFC-A01A-4D77-8482-7A6B68C9A05C}"/>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CB9C4510-077F-435F-A407-8295FFDD8DBE}"/>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112744"/>
          </a:solidFill>
          <a:ln xmlns:a="http://schemas.openxmlformats.org/drawingml/2006/main" w="9525">
            <a:solidFill>
              <a:srgbClr val="F05252"/>
            </a:solidFill>
            <a:prstDash val="solid"/>
          </a:ln>
        </p:spPr>
      </p:sp>
      <p:sp>
        <p:nvSpPr>
          <p:cNvPr id="30" name="">
            <a:extLst xmlns:a="http://schemas.openxmlformats.org/drawingml/2006/main">
              <a:ext uri="{FF2B5EF4-FFF2-40B4-BE49-F238E27FC236}">
                <a16:creationId xmlns:a16="http://schemas.microsoft.com/office/drawing/2014/main" id="{9620FD46-978C-4BB8-91DF-9296CC1C6B63}"/>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5252"/>
                </a:solidFill>
                <a:latin typeface="Avenir Next"/>
                <a:ea typeface="Avenir Next"/>
                <a:cs typeface="Avenir Next"/>
              </a:defRPr>
            </a:pPr>
            <a:r>
              <a:rPr sz="1500" b="1">
                <a:solidFill>
                  <a:srgbClr val="F05252"/>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0974C873-D193-4835-BEBF-B75F80EC9588}"/>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E69427F-AF65-471E-9736-6790DDCF90A9}"/>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6D58FB30-7846-4F2C-91F2-233B3F51D44D}"/>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4B1BC27-119A-43B8-B8DF-C437B3BA60D7}"/>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4F147005-4626-4E18-89CA-895EAA368520}"/>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F26D18C-B387-49DD-9448-14220B27DC5F}"/>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D5D01995-7F99-4EF5-91F6-B77D4E675E71}"/>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E79D7EC-F6AA-4357-A4FB-CA69034D4534}"/>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1437954226"/>
      </p:ext>
    </p:extLst>
  </p:cSld>
</p:sld>
</file>

<file path=ppt/slides/slide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CC61F38-C2EE-4D41-A104-5E3A12D5880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FA2FCE70-2CD8-4C9E-8282-3ABB67AA8A0D}"/>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FEAF54A8-6D41-4451-92DD-D8FF6D638103}"/>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4EDCB3-E9B3-4AA7-A6AD-5E2AA025B32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57AA7F0-9142-47BB-AE47-8A46D4366FD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79f6c12bb704821"/>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6910FE7C-F78F-45E2-B169-77E61785A91B}"/>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22E413AC-F717-4896-B972-071B2DD6204E}"/>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177ABE2D-B81B-43DE-B343-91F048DCF6C9}"/>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68C5FC1E-9CDA-4688-A568-108F3ACAD74E}"/>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1A162233-707D-4875-A20E-CD47FE0AE5E1}"/>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03254451-7146-4433-A65D-7EAAE238F093}"/>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4F2A3343-CA29-46BF-9224-16D369E5EFE0}"/>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3CA11071-1100-4EE7-8F5E-FC0A639D19AF}"/>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F83A6B60-4891-4A90-9F83-391CB2C2892F}"/>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AA3BFF8C-3296-4C18-BADD-C4C86031C722}"/>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B7268240-234B-4D13-9AD2-A0E4ED490F05}"/>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2634A392-2414-4DFB-B9B1-41A51892486D}"/>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9F149991-DF5B-4950-88F3-8E0F2AEE0F1A}"/>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1732792446"/>
      </p:ext>
    </p:extLst>
  </p:cSld>
</p:sld>
</file>

<file path=ppt/slides/slide10.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CF2A4F4-3E60-4E0E-BB2B-16C63A14764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FABCDF7B-E65D-4654-B1D6-721917C5E78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ACD391BC-FCC3-4118-A523-C6A75AC112E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E6A058-E00E-4F8E-9B0B-1B4E8FDA234E}"/>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DF75DBD-24E7-4C09-9291-1BF7A8EA72F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34335cc1cb547e9"/>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17d59af8abb45cf"/>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8D320277-6A19-4D7B-ABDF-D40E0E23883F}"/>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2E20E9C2-F08D-4331-9B5C-48E3F29F0FBA}"/>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6F94C4B4-0FDD-426F-8E61-4690051A1516}"/>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24F91DDC-4062-4560-A01B-E0FD86519AD3}"/>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6F892410-33F9-4475-B769-89284D7D4A23}"/>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67CB4A05-98C9-4197-862F-01AC8AC441E3}"/>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63902187-70B5-4740-8E0C-304EE2EDBFC4}"/>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32DB702B-1EF3-4FC0-B7F3-D800F47B3214}"/>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E462A257-D1CE-488E-BC05-083253E81426}"/>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470556874"/>
      </p:ext>
    </p:extLst>
  </p:cSld>
</p:sld>
</file>

<file path=ppt/slides/slide1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2A77842-8964-40DC-A9E6-90D4DCD264D3}"/>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6E99DCF-7F7F-4218-BC58-2FE96C4FFC9A}"/>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14D8366C-B404-48D1-AA55-BEFFDCD5DCE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A1ACE2-898F-4319-9B99-AD4D57B1E3E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5ECD8C6-E86E-4F6D-9067-AED6119BED2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11</a:t>
            </a:r>
          </a:p>
        </p:txBody>
      </p:sp>
      <p:graphicFrame>
        <p:nvGraphicFramePr>
          <p:cNvPr id="26"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4409d9792ed7410e"/>
          </a:graphicData>
        </a:graphic>
      </p:graphicFrame>
      <p:sp>
        <p:nvSpPr>
          <p:cNvPr id="7" name="">
            <a:extLst xmlns:a="http://schemas.openxmlformats.org/drawingml/2006/main">
              <a:ext uri="{FF2B5EF4-FFF2-40B4-BE49-F238E27FC236}">
                <a16:creationId xmlns:a16="http://schemas.microsoft.com/office/drawing/2014/main" id="{6F1F737E-3120-403D-9C29-42C6C2963B80}"/>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FDC81ACD-F289-46ED-B4F1-07E97EF40DC5}"/>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05252"/>
                </a:solidFill>
                <a:latin typeface="Avenir Next"/>
                <a:ea typeface="Avenir Next"/>
                <a:cs typeface="Avenir Next"/>
              </a:defRPr>
            </a:pPr>
            <a:r>
              <a:rPr sz="1425" b="1">
                <a:solidFill>
                  <a:srgbClr val="F05252"/>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B03854BF-2175-43E3-9311-9EED6450DC87}"/>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D71F2D43-66BF-4887-9110-53B064D58FC1}"/>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4D0D46-7E30-42A1-9859-06916AF0640F}"/>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F665CC49-B718-49BB-B20B-5B8D05ED7F6A}"/>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63774BF4-5B35-4B6A-BF0C-09DB3265081C}"/>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9B627E4-42A9-4767-B7F2-26D626AA9EB3}"/>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8EA34D69-95E4-4DCA-BD98-798F2E389239}"/>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873D4125-AFD9-41A0-8716-94CFE3505CF6}"/>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C1488E-D89F-4094-AA56-60E902C21CDD}"/>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CEC870F6-D51B-4625-BB0E-7D62EB6A482D}"/>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BBC3CDBD-0D44-400B-8771-136E6E10336E}"/>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DD1BD0-F974-481C-8A24-AF9E89054214}"/>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1990497163"/>
      </p:ext>
    </p:extLst>
  </p:cSld>
</p:sld>
</file>

<file path=ppt/slides/slide1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0EE1DD0-E94F-41C5-8970-0DB43C4EB08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1A0108DD-E3A3-4B22-AFA8-6B7794EB3D7D}"/>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A5F278B4-DAAB-4286-AAFE-42B5DB5E4F1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678009-965F-445E-AFB2-1FDAB8E94036}"/>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A2794ED2-D3B7-4583-BB3A-1A7615A1BFB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12</a:t>
            </a:r>
          </a:p>
        </p:txBody>
      </p:sp>
      <p:graphicFrame>
        <p:nvGraphicFramePr>
          <p:cNvPr id="30"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41151298d75c4285"/>
          </a:graphicData>
        </a:graphic>
      </p:graphicFrame>
      <p:sp>
        <p:nvSpPr>
          <p:cNvPr id="7" name="">
            <a:extLst xmlns:a="http://schemas.openxmlformats.org/drawingml/2006/main">
              <a:ext uri="{FF2B5EF4-FFF2-40B4-BE49-F238E27FC236}">
                <a16:creationId xmlns:a16="http://schemas.microsoft.com/office/drawing/2014/main" id="{366A9DAF-8322-4BF2-A1CC-B7A98D4E1C30}"/>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1C98A"/>
                </a:solidFill>
                <a:latin typeface="Avenir Next"/>
                <a:ea typeface="Avenir Next"/>
                <a:cs typeface="Avenir Next"/>
              </a:defRPr>
            </a:pPr>
            <a:r>
              <a:rPr sz="1500" b="1">
                <a:solidFill>
                  <a:srgbClr val="21C98A"/>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6C18723F-6079-493B-804B-3818961C4B71}"/>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FC2C6261-E4C0-4918-ADB5-B2D135126465}"/>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816DF680-B113-4FA1-B922-25FF5BD04919}"/>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AED15C-C870-437C-A50C-2D7B7895BDA6}"/>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2B8F0"/>
                </a:solidFill>
                <a:latin typeface="Avenir Next"/>
                <a:ea typeface="Avenir Next"/>
                <a:cs typeface="Avenir Next"/>
              </a:defRPr>
            </a:pPr>
            <a:r>
              <a:rPr sz="1500"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1B8E59FF-18D3-4C33-8D80-F02EB74CC010}"/>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5DF0E017-B16C-49CF-8447-124238F0B88E}"/>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3EA2BDBC-58F8-4919-B518-33683CF737F5}"/>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23654C-9D2D-4C21-A193-5E84B8C0979E}"/>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F8FC"/>
                </a:solidFill>
                <a:latin typeface="Avenir Next"/>
                <a:ea typeface="Avenir Next"/>
                <a:cs typeface="Avenir Next"/>
              </a:defRPr>
            </a:pPr>
            <a:r>
              <a:rPr sz="1500" b="1">
                <a:solidFill>
                  <a:srgbClr val="F5F8FC"/>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E77D98F2-CCE7-4732-A820-1826AC178420}"/>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886E7513-A3BB-42A4-BBB9-162DBB22CB47}"/>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72C88E65-0F8A-4D0B-8E71-963CAFB37E0E}"/>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A17D192-F193-4980-91C1-7386BE42A307}"/>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9E0B"/>
                </a:solidFill>
                <a:latin typeface="Avenir Next"/>
                <a:ea typeface="Avenir Next"/>
                <a:cs typeface="Avenir Next"/>
              </a:defRPr>
            </a:pPr>
            <a:r>
              <a:rPr sz="1500" b="1">
                <a:solidFill>
                  <a:srgbClr val="F59E0B"/>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B7D20175-CB8A-4A29-8C23-C443C922ED1B}"/>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4BD3657F-B62D-4E72-9E97-F91A32C4D01B}"/>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C2B1DE95-B9AB-4784-9E0B-4FFA15CC0F33}"/>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CC5E7BC-528C-42C4-9CD2-D1968FA610FC}"/>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11274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048F2C1-8263-42CF-BE72-73B4A484110B}"/>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1045655358"/>
      </p:ext>
    </p:extLst>
  </p:cSld>
</p:sld>
</file>

<file path=ppt/slides/slide1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7D1A49-1164-4096-B9AC-2D41E7DC08E3}"/>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342A137-8DD2-4C34-84C8-34317B49191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32A18334-AAA0-4875-9FA3-519CE013F24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3E9109-6F7E-41E1-BD37-1DE29802631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0E40359-117B-49BF-A26B-F0EC1B9AA5B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03f589692194f6e"/>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4C13983A-ED62-4B23-B795-2CFD84169B5A}"/>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1C98A"/>
                </a:solidFill>
                <a:latin typeface="Avenir Next"/>
                <a:ea typeface="Avenir Next"/>
                <a:cs typeface="Avenir Next"/>
              </a:defRPr>
            </a:pPr>
            <a:r>
              <a:rPr sz="1050" b="1">
                <a:solidFill>
                  <a:srgbClr val="21C98A"/>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D2FF3350-F67B-4438-9E02-9350D49BD627}"/>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9E9947-029C-463F-8CAA-BB0165A3ACBB}"/>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B17C5C53-7E6A-43EC-8DBC-E0DC9F5683F0}"/>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5E16F7-9E8D-4702-9040-B1E683269D45}"/>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E79802BD-C3E6-4DB4-A8D6-2DC02D9A13C0}"/>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AAF834-0350-4B95-99B0-2BAA25C7FEDF}"/>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DA47F5CA-04F0-4740-8F8D-FE6CBA35C210}"/>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CD36350C-7462-41F2-B210-C7AB81B01A4F}"/>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E677706-E6EA-42D2-A1AE-698A98396563}"/>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9B9C6B50-36A6-46E9-ADA9-5E2FD3D5D4F7}"/>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4905111-3724-4886-AA2A-0DEFE3988E53}"/>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A62315CF-F87D-4A2D-A2D6-7194EAE61BE0}"/>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ABA49D3-6523-4885-B0BB-13913CAB4FF0}"/>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E2B55066-FD95-4C32-8196-B27E5A0F80A1}"/>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79D8F7"/>
                </a:solidFill>
                <a:latin typeface="Avenir Next"/>
                <a:ea typeface="Avenir Next"/>
                <a:cs typeface="Avenir Next"/>
              </a:defRPr>
            </a:pPr>
            <a:r>
              <a:rPr sz="1275" b="0" i="1">
                <a:solidFill>
                  <a:srgbClr val="79D8F7"/>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1323102987"/>
      </p:ext>
    </p:extLst>
  </p:cSld>
</p:sld>
</file>

<file path=ppt/slides/slide1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A43E40B-50EB-42DC-A764-C4FF8C4D3C11}"/>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845C68C2-2734-4EEE-9D1B-27421AFFB52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AA376F6F-99B7-476A-B2FF-E3F886AEB9A6}"/>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773DC5-DC27-4CC3-9200-187B5359F96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B7AD2939-E9C7-48AF-A47A-AA30F10F5B7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2ff164ad3244630"/>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DB79517F-6C11-4E52-A108-42934945A227}"/>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95CC527B-F237-44A0-B53D-DF80937BDA72}"/>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defRPr sz="2175" b="1">
                <a:solidFill>
                  <a:srgbClr val="F5F8FC"/>
                </a:solidFill>
                <a:latin typeface="Avenir Next"/>
                <a:ea typeface="Avenir Next"/>
                <a:cs typeface="Avenir Next"/>
              </a:defRPr>
            </a:pPr>
            <a:r>
              <a:rPr sz="2175" b="1">
                <a:solidFill>
                  <a:srgbClr val="F5F8FC"/>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D239E27B-7431-4E77-A78C-383FA9198159}"/>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2DF16C8-9C55-4FD2-B281-2DB6FCBA0551}"/>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0D97EA26-B9C9-4A57-8D56-F9A55FA3F163}"/>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92F6A3-FBC1-47F4-B716-EB5E38C1BCC6}"/>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FAE11293-ABD2-4E79-9175-25F295F931DB}"/>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E392D52-B376-4C73-92DE-D97CFB70F611}"/>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D3A2D10C-CB57-4894-9EE0-7564C5699C13}"/>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463903-AAA2-4117-89E4-C6BCE8BC8730}"/>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2B8F0"/>
                </a:solidFill>
                <a:latin typeface="Avenir Next"/>
                <a:ea typeface="Avenir Next"/>
                <a:cs typeface="Avenir Next"/>
              </a:defRPr>
            </a:pPr>
            <a:r>
              <a:rPr sz="1050" b="1">
                <a:solidFill>
                  <a:srgbClr val="22B8F0"/>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AA210D0C-115B-447A-94BE-BC3FDF4C82F0}"/>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9E817961-A381-402D-8B4E-53779078E2E8}"/>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7C83857A-1835-45A3-B6E2-31890B31D8C0}"/>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AE4872D7-6B16-415E-A269-65FEFEE64A63}"/>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77E2EF27-D130-485E-B639-436325790825}"/>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a:solidFill>
                  <a:srgbClr val="90A5BC"/>
                </a:solidFill>
                <a:latin typeface="Avenir Next"/>
                <a:ea typeface="Avenir Next"/>
                <a:cs typeface="Avenir Next"/>
              </a:defRPr>
            </a:pPr>
            <a:r>
              <a:rPr sz="1050" b="0">
                <a:solidFill>
                  <a:srgbClr val="90A5BC"/>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908758668"/>
      </p:ext>
    </p:extLst>
  </p:cSld>
</p:sld>
</file>

<file path=ppt/slides/slide1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2F601C-54E1-4FCC-A81D-1BDC46D50A8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EED20B51-FB4C-4EA8-B47E-38A77736E3A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51126A35-89E0-400C-A2CF-91D7D48121D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FC5492-24C1-4213-AA9E-3121D210CFA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2633114-588E-4E83-8840-21F933A2867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15</a:t>
            </a:r>
          </a:p>
        </p:txBody>
      </p:sp>
      <p:graphicFrame>
        <p:nvGraphicFramePr>
          <p:cNvPr id="13"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F5F8FC"/>
                          </a:solidFill>
                          <a:latin typeface="Avenir Next"/>
                          <a:ea typeface="Avenir Next"/>
                          <a:cs typeface="Avenir Next"/>
                        </a:rPr>
                        <a:t>Quantity</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Item</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Function</a:t>
                      </a:r>
                    </a:p>
                  </a:txBody>
                  <a:tcPr marL="76200" marR="76200" marT="47625" marB="47625" anchor="ctr">
                    <a:solidFill>
                      <a:srgbClr val="153353"/>
                    </a:solidFill>
                  </a:tcPr>
                </a:tc>
              </a:tr>
              <a:tr h="502708">
                <a:tc>
                  <a:txBody>
                    <a:bodyPr/>
                    <a:lstStyle/>
                    <a:p>
                      <a:r>
                        <a:rPr sz="1350">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100 mL glass thermal cores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Comparable test vessels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4 + 1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Digital probe thermometers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Core and bath measurements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Bucket or deep container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Cold bath and secondary containment</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Cotton, bubble wrap and Mylar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Four insulation configurations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As needed</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Tape or elastic bands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Repeatable assembly without compression</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Gloves or tongs, towels and timer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Safe handling, cleanup and timing</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Adult-controlled hot-water source</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Prepare water near 80 °C</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Per student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Task sheet or laboratory report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Hypothesis, raw data and evaluation</a:t>
                      </a:r>
                    </a:p>
                  </a:txBody>
                  <a:tcPr marL="76200" marR="76200" marT="47625" marB="47625" anchor="ctr">
                    <a:solidFill>
                      <a:srgbClr val="0C1B33"/>
                    </a:solidFill>
                  </a:tcPr>
                </a:tc>
              </a:tr>
            </a:tbl>
          </a:graphicData>
        </a:graphic>
      </p:graphicFrame>
      <p:sp>
        <p:nvSpPr>
          <p:cNvPr id="7" name="">
            <a:extLst xmlns:a="http://schemas.openxmlformats.org/drawingml/2006/main">
              <a:ext uri="{FF2B5EF4-FFF2-40B4-BE49-F238E27FC236}">
                <a16:creationId xmlns:a16="http://schemas.microsoft.com/office/drawing/2014/main" id="{ACA60057-F26A-445B-BEAA-BF7D86799B62}"/>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231951594"/>
      </p:ext>
    </p:extLst>
  </p:cSld>
</p:sld>
</file>

<file path=ppt/slides/slide1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823B969-6A62-40EC-B2C9-04552CB5CFA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008258C-0410-40E4-A070-657CF41D97A8}"/>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E9706A42-04F7-4317-8225-72A8D38A20C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646F49-52E5-4D62-ADB8-CEC563B32A3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59728040-8AB5-479A-AEDB-81FC68E0B17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E2C218B5-79CB-4D40-962B-60A5F053B694}"/>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B6AEA5A9-F9A6-4BA1-A417-CE354C84404F}"/>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E1D15768-502C-4FBE-9B95-AD6A4A7F8EC8}"/>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641F991-2927-439A-991B-D7F6D5520805}"/>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75622D86-E373-4819-A80A-079BC75F3E86}"/>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08B02761-84E9-4168-A6C7-2A23D689D0D3}"/>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CDC83E-2C3B-45B0-953D-190CD64BDDCC}"/>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02AB5AA3-784B-4644-9D07-7B19B92597A3}"/>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0BAEC023-0787-4114-8BDF-4EF9D75E46C2}"/>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8F4356-0A88-4108-875E-215B5F071504}"/>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BF55567E-E460-4376-9E24-11DCBEFD6610}"/>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F130297F-8FF7-4664-B285-F33D6CB4B829}"/>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78A5FEE-2A40-48C9-B7D6-F44F49C595C5}"/>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270F385C-8E35-4FF4-92B7-E14835DA50BF}"/>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28BD7465-D126-4C6D-BF51-5944D808E313}"/>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63F26F4-2904-4BE4-90C7-7835608CE9D6}"/>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1F130C5E-2B37-488D-8CCF-27BCCEBF4859}"/>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53B25FB9-4274-476E-B49D-6C339C25745B}"/>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8BBB6A0-F780-4F6F-8E12-62C316BD9CCC}"/>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91F58C06-F124-451A-89EB-81441A560D7E}"/>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5648FA56-3788-432E-9810-0E1E6A3857A1}"/>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118F91A-8EF8-48EE-94FE-7C274E8349C2}"/>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5C09F22A-0551-4557-B60F-00C405CBDD25}"/>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E0AC9848-2DBD-471D-BB89-2A4867F1CD1C}"/>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F464B2E-B25C-4969-B9D8-0F9891D1F5EB}"/>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A16633F6-63A2-4F50-B7AE-0B8993139855}"/>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B19A3742-A49D-423E-A172-448896DA777B}"/>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90BABE0-86BF-4725-BECD-D43F8C131AA0}"/>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27A33783-0614-4AC4-A5A1-3A998A644A34}"/>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877AA084-C47E-4899-940B-FFF743A5EB75}"/>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4ECB19E-51C4-477A-B70C-16A3FF5E00DF}"/>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A06BF348-2920-4E9A-AAEE-DA2FD6D2C945}"/>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9BA0205D-9556-4E8D-A0ED-6E310FA8BD19}"/>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3B4E5AA-29C1-4E2A-9BEF-5D14338B4C52}"/>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BF3A97D6-5ECD-4A87-B300-7CF6893DCD32}"/>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CC8A58B2-BF8F-4DF7-9ECF-DA7BA435A7D0}"/>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Tree>
    <p:extLst>
      <p:ext uri="{BB962C8B-B14F-4D97-AF65-F5344CB8AC3E}">
        <p14:creationId xmlns:p14="http://schemas.microsoft.com/office/powerpoint/2010/main" val="667972019"/>
      </p:ext>
    </p:extLst>
  </p:cSld>
</p:sld>
</file>

<file path=ppt/slides/slide1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9A01F-5212-4B49-A496-1706C7917B2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D05E2538-94D1-4ED6-BFE6-E561324AD63D}"/>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9CDAD4E4-5A0F-4B58-BB07-95F5F518CFBF}"/>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435BBD-C0E8-4CBC-863D-F1DE5B0BEB0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A5A42CCA-BD03-4A38-84C8-C0D5A00D2D28}"/>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17</a:t>
            </a:r>
          </a:p>
        </p:txBody>
      </p:sp>
      <p:graphicFrame>
        <p:nvGraphicFramePr>
          <p:cNvPr id="12"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F5F8FC"/>
                          </a:solidFill>
                          <a:latin typeface="Avenir Next"/>
                          <a:ea typeface="Avenir Next"/>
                          <a:cs typeface="Avenir Next"/>
                        </a:rPr>
                        <a:t>Time (min)</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Full MLI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Bubble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Mylar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Bare (°C)</a:t>
                      </a:r>
                    </a:p>
                  </a:txBody>
                  <a:tcPr marL="76200" marR="76200" marT="47625" marB="47625" anchor="ctr">
                    <a:solidFill>
                      <a:srgbClr val="153353"/>
                    </a:solidFill>
                  </a:tcPr>
                </a:tc>
              </a:tr>
              <a:tr h="275665">
                <a:tc>
                  <a:txBody>
                    <a:bodyPr/>
                    <a:lstStyle/>
                    <a:p>
                      <a:r>
                        <a:rPr sz="975">
                          <a:solidFill>
                            <a:srgbClr val="D8E4F2"/>
                          </a:solidFill>
                          <a:latin typeface="Avenir Next"/>
                          <a:ea typeface="Avenir Next"/>
                          <a:cs typeface="Avenir Next"/>
                        </a:rPr>
                        <a:t>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77.6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79.0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61.8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66.0</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59.9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74.5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50.1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47.1</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44.6</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40.9</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69.7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39.5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57.5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38.2</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37.3</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34.6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36.5</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53.7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35.8</a:t>
                      </a:r>
                    </a:p>
                  </a:txBody>
                  <a:tcPr marL="76200" marR="76200" marT="47625" marB="47625" anchor="ctr">
                    <a:solidFill>
                      <a:srgbClr val="0C1B33"/>
                    </a:solidFill>
                  </a:tcPr>
                </a:tc>
              </a:tr>
              <a:tr h="275665">
                <a:tc>
                  <a:txBody>
                    <a:bodyPr/>
                    <a:lstStyle/>
                    <a:p>
                      <a:r>
                        <a:rPr sz="975">
                          <a:solidFill>
                            <a:srgbClr val="D8E4F2"/>
                          </a:solidFill>
                          <a:latin typeface="Avenir Next"/>
                          <a:ea typeface="Avenir Next"/>
                          <a:cs typeface="Avenir Next"/>
                        </a:rPr>
                        <a:t>15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35.2</a:t>
                      </a:r>
                    </a:p>
                  </a:txBody>
                  <a:tcPr marL="76200" marR="76200" marT="47625" marB="47625" anchor="ctr">
                    <a:solidFill>
                      <a:srgbClr val="0C1B33"/>
                    </a:solidFill>
                  </a:tcPr>
                </a:tc>
              </a:tr>
            </a:tbl>
          </a:graphicData>
        </a:graphic>
      </p:graphicFrame>
    </p:spTree>
    <p:extLst>
      <p:ext uri="{BB962C8B-B14F-4D97-AF65-F5344CB8AC3E}">
        <p14:creationId xmlns:p14="http://schemas.microsoft.com/office/powerpoint/2010/main" val="1139962807"/>
      </p:ext>
    </p:extLst>
  </p:cSld>
</p:sld>
</file>

<file path=ppt/slides/slide1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40DD3E3-F6F4-4706-991E-917218F163AB}"/>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9BF5CB6C-3323-4C83-806A-A14DB8DF46B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3F7BB6B7-215C-43B6-BA81-8D952650458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B22DCC-31C8-4C59-85BF-BCC39422FD0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5CBFA17-D873-404A-85EC-0AD89D80EF7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07386F37-623C-420D-9AE3-32F55985D500}"/>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Residual at point i</a:t>
            </a:r>
          </a:p>
        </p:txBody>
      </p:sp>
      <p:sp>
        <p:nvSpPr>
          <p:cNvPr id="7" name="">
            <a:extLst xmlns:a="http://schemas.openxmlformats.org/drawingml/2006/main">
              <a:ext uri="{FF2B5EF4-FFF2-40B4-BE49-F238E27FC236}">
                <a16:creationId xmlns:a16="http://schemas.microsoft.com/office/drawing/2014/main" id="{7C09ABF0-11F3-4D3A-A603-DC1972CE9FDC}"/>
              </a:ext>
            </a:extLst>
          </p:cNvPr>
          <p:cNvSpPr>
            <a:spLocks xmlns:a="http://schemas.openxmlformats.org/drawingml/2006/main" noGrp="1"/>
          </p:cNvSpPr>
          <p:nvPr/>
        </p:nvSpPr>
        <p:spPr>
          <a:xfrm xmlns:a="http://schemas.openxmlformats.org/drawingml/2006/main">
            <a:off x="3143250" y="1409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Residualᵢ = Tmeasured,ᵢ − Tmodel,ᵢ</a:t>
            </a:r>
          </a:p>
        </p:txBody>
      </p:sp>
      <p:sp>
        <p:nvSpPr>
          <p:cNvPr id="8" name="">
            <a:extLst xmlns:a="http://schemas.openxmlformats.org/drawingml/2006/main">
              <a:ext uri="{FF2B5EF4-FFF2-40B4-BE49-F238E27FC236}">
                <a16:creationId xmlns:a16="http://schemas.microsoft.com/office/drawing/2014/main" id="{EA6BB861-B9F2-4810-8DE3-055F341BEF65}"/>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68CA383C-BBCE-452D-B85A-B0026BB88A63}"/>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9474D4-706A-428A-B8C7-E25D3E5415CA}"/>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Mean absolute error</a:t>
            </a:r>
          </a:p>
        </p:txBody>
      </p:sp>
      <p:sp>
        <p:nvSpPr>
          <p:cNvPr id="11" name="">
            <a:extLst xmlns:a="http://schemas.openxmlformats.org/drawingml/2006/main">
              <a:ext uri="{FF2B5EF4-FFF2-40B4-BE49-F238E27FC236}">
                <a16:creationId xmlns:a16="http://schemas.microsoft.com/office/drawing/2014/main" id="{4FDBB70D-A841-43DD-99F0-010E77F90B68}"/>
              </a:ext>
            </a:extLst>
          </p:cNvPr>
          <p:cNvSpPr>
            <a:spLocks xmlns:a="http://schemas.openxmlformats.org/drawingml/2006/main" noGrp="1"/>
          </p:cNvSpPr>
          <p:nvPr/>
        </p:nvSpPr>
        <p:spPr>
          <a:xfrm xmlns:a="http://schemas.openxmlformats.org/drawingml/2006/main">
            <a:off x="3143250" y="2476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MAE = (1/n) Σ |Residualᵢ|</a:t>
            </a:r>
          </a:p>
        </p:txBody>
      </p:sp>
      <p:sp>
        <p:nvSpPr>
          <p:cNvPr id="12" name="">
            <a:extLst xmlns:a="http://schemas.openxmlformats.org/drawingml/2006/main">
              <a:ext uri="{FF2B5EF4-FFF2-40B4-BE49-F238E27FC236}">
                <a16:creationId xmlns:a16="http://schemas.microsoft.com/office/drawing/2014/main" id="{189DBFFD-7F12-4DCE-85A4-B24238D0F61C}"/>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FAFAEAEF-0FCC-4646-A8B6-6358B978CC2A}"/>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26E16A-460A-436C-ACA0-CDC165D6C5AF}"/>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Fitted cooling constant</a:t>
            </a:r>
          </a:p>
        </p:txBody>
      </p:sp>
      <p:sp>
        <p:nvSpPr>
          <p:cNvPr id="15" name="">
            <a:extLst xmlns:a="http://schemas.openxmlformats.org/drawingml/2006/main">
              <a:ext uri="{FF2B5EF4-FFF2-40B4-BE49-F238E27FC236}">
                <a16:creationId xmlns:a16="http://schemas.microsoft.com/office/drawing/2014/main" id="{2244E1BA-F873-4E0E-BEB4-FDA1189A16C1}"/>
              </a:ext>
            </a:extLst>
          </p:cNvPr>
          <p:cNvSpPr>
            <a:spLocks xmlns:a="http://schemas.openxmlformats.org/drawingml/2006/main" noGrp="1"/>
          </p:cNvSpPr>
          <p:nvPr/>
        </p:nvSpPr>
        <p:spPr>
          <a:xfrm xmlns:a="http://schemas.openxmlformats.org/drawingml/2006/main">
            <a:off x="3143250" y="3543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k = −ln[(T(t) − Tenv)/(T₀ − Tenv)] / t</a:t>
            </a:r>
          </a:p>
        </p:txBody>
      </p:sp>
      <p:sp>
        <p:nvSpPr>
          <p:cNvPr id="16" name="">
            <a:extLst xmlns:a="http://schemas.openxmlformats.org/drawingml/2006/main">
              <a:ext uri="{FF2B5EF4-FFF2-40B4-BE49-F238E27FC236}">
                <a16:creationId xmlns:a16="http://schemas.microsoft.com/office/drawing/2014/main" id="{37E2074C-5F37-4582-82D4-80AAC2753B3A}"/>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3EA7DA61-B386-4EB0-BDDA-443D5E6BB368}"/>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26BA85-6765-44D3-9805-1302D9C5CB95}"/>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9D8F7"/>
                </a:solidFill>
                <a:latin typeface="Avenir Next"/>
                <a:ea typeface="Avenir Next"/>
                <a:cs typeface="Avenir Next"/>
              </a:defRPr>
            </a:pPr>
            <a:r>
              <a:rPr sz="1425" b="1">
                <a:solidFill>
                  <a:srgbClr val="79D8F7"/>
                </a:solidFill>
                <a:latin typeface="Avenir Next"/>
                <a:ea typeface="Avenir Next"/>
                <a:cs typeface="Avenir Next"/>
              </a:rPr>
              <a:t>Normalized heat retained</a:t>
            </a:r>
          </a:p>
        </p:txBody>
      </p:sp>
      <p:sp>
        <p:nvSpPr>
          <p:cNvPr id="19" name="">
            <a:extLst xmlns:a="http://schemas.openxmlformats.org/drawingml/2006/main">
              <a:ext uri="{FF2B5EF4-FFF2-40B4-BE49-F238E27FC236}">
                <a16:creationId xmlns:a16="http://schemas.microsoft.com/office/drawing/2014/main" id="{B3F39261-20BC-4076-89FF-E0D0D4496DAB}"/>
              </a:ext>
            </a:extLst>
          </p:cNvPr>
          <p:cNvSpPr>
            <a:spLocks xmlns:a="http://schemas.openxmlformats.org/drawingml/2006/main" noGrp="1"/>
          </p:cNvSpPr>
          <p:nvPr/>
        </p:nvSpPr>
        <p:spPr>
          <a:xfrm xmlns:a="http://schemas.openxmlformats.org/drawingml/2006/main">
            <a:off x="3143250" y="4610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(T₁₅ − Tref)/(T₀ − Tref) × 100%</a:t>
            </a:r>
          </a:p>
        </p:txBody>
      </p:sp>
      <p:sp>
        <p:nvSpPr>
          <p:cNvPr id="20" name="">
            <a:extLst xmlns:a="http://schemas.openxmlformats.org/drawingml/2006/main">
              <a:ext uri="{FF2B5EF4-FFF2-40B4-BE49-F238E27FC236}">
                <a16:creationId xmlns:a16="http://schemas.microsoft.com/office/drawing/2014/main" id="{D4287821-E599-4006-89C8-352B6C693574}"/>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F5C60C7B-FA1F-43D5-950B-F0D99D6A8047}"/>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0CC399D-5C99-41FD-8E6B-CCFC0736FE9F}"/>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3337A80-F0C3-4E36-8C5F-D52D912091D0}"/>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79D8F7"/>
                </a:solidFill>
                <a:latin typeface="Avenir Next"/>
                <a:ea typeface="Avenir Next"/>
                <a:cs typeface="Avenir Next"/>
              </a:defRPr>
            </a:pPr>
            <a:r>
              <a:rPr sz="1200" b="0">
                <a:solidFill>
                  <a:srgbClr val="79D8F7"/>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2113911090"/>
      </p:ext>
    </p:extLst>
  </p:cSld>
</p:sld>
</file>

<file path=ppt/slides/slide1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4A8858-D589-48D9-A124-935BC8DDEB3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E805EA26-A1D7-43D4-8B15-659B51D1838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DF5144BE-040C-40AD-A48F-905F2BBDAAF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423969-4783-4E31-BA4F-50DE88457ADA}"/>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B56A81AB-47BD-4385-9260-D51F28CD547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19</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cf05a5538c84364"/>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392AD431-832D-420B-891F-F0E3EEE0824D}"/>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DB1ED78D-B42F-4DEC-B3A3-12DDBC8EE234}"/>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473242-4B0B-47D5-B408-0A7EBD3A1BC1}"/>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ABD04EF8-BD5A-4894-A5D8-3D9E64E80565}"/>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C91506-A4BA-4D0B-B1EF-7E931535C39F}"/>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17B91E46-7FA1-4171-8D44-EE5DC7242C47}"/>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1F22131-EB8C-4981-A7FD-C95A8DBD798F}"/>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F98CFE2D-31F0-47FF-AB66-13928CA43D85}"/>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574FFCC-C85A-4090-9633-5C6C7C8C36FB}"/>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23E0FE5D-27B8-4D92-9CE9-FA6FA1891C45}"/>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59BCFFE-0039-4951-B60E-5D2DFCD0A416}"/>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0DB8A1EE-6617-4B94-8438-96FDDD4FC359}"/>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11274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DAAB70E-C392-427B-8B6B-C4C0A167A0D2}"/>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2C0CCBCF-9261-4945-9863-EC2DD4C6342C}"/>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681290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2026-09-09T08:38:35.3430000Z</dcterms:created>
  <dcterms:modified xsi:type="dcterms:W3CDTF">2026-09-09T08:38:35.3430000Z</dcterms:modified>
</coreProperties>
</file>