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3ee4640df6415e" /><Relationship Type="http://schemas.openxmlformats.org/officeDocument/2006/relationships/extended-properties" Target="/docProps/app.xml" Id="R968e1132df314851" /><Relationship Type="http://schemas.openxmlformats.org/officeDocument/2006/relationships/officeDocument" Target="/ppt/presentation.xml" Id="R64bb90f8d99c494a" /></Relationships>
</file>

<file path=ppt/presentation.xml><?xml version="1.0" encoding="utf-8"?>
<p:presentation xmlns:p="http://schemas.openxmlformats.org/presentationml/2006/main">
  <p:sldMasterIdLst>
    <p:sldMasterId xmlns:r="http://schemas.openxmlformats.org/officeDocument/2006/relationships" id="2147483648" r:id="R9b15b0b384054f34"/>
  </p:sldMasterIdLst>
  <p:notesMasterIdLst>
    <p:notesMasterId xmlns:r="http://schemas.openxmlformats.org/officeDocument/2006/relationships" r:id="R3e20d9c3d579451e"/>
  </p:notesMasterIdLst>
  <p:sldIdLst>
    <p:sldId xmlns:r="http://schemas.openxmlformats.org/officeDocument/2006/relationships" id="256" r:id="Rdb3a56e457cd49e0"/>
    <p:sldId xmlns:r="http://schemas.openxmlformats.org/officeDocument/2006/relationships" id="257" r:id="R29977fa8b1774977"/>
    <p:sldId xmlns:r="http://schemas.openxmlformats.org/officeDocument/2006/relationships" id="258" r:id="Re4ab88277dac4dde"/>
    <p:sldId xmlns:r="http://schemas.openxmlformats.org/officeDocument/2006/relationships" id="259" r:id="Re75724460480468a"/>
    <p:sldId xmlns:r="http://schemas.openxmlformats.org/officeDocument/2006/relationships" id="260" r:id="R027f10689a414e38"/>
    <p:sldId xmlns:r="http://schemas.openxmlformats.org/officeDocument/2006/relationships" id="261" r:id="R934b781122aa4e8f"/>
    <p:sldId xmlns:r="http://schemas.openxmlformats.org/officeDocument/2006/relationships" id="262" r:id="Rd4bb2f84ec2c44bd"/>
    <p:sldId xmlns:r="http://schemas.openxmlformats.org/officeDocument/2006/relationships" id="263" r:id="R1598602a455240c0"/>
    <p:sldId xmlns:r="http://schemas.openxmlformats.org/officeDocument/2006/relationships" id="264" r:id="R1cdbdbbd34584d61"/>
    <p:sldId xmlns:r="http://schemas.openxmlformats.org/officeDocument/2006/relationships" id="265" r:id="Ra139c75a0e0545c1"/>
    <p:sldId xmlns:r="http://schemas.openxmlformats.org/officeDocument/2006/relationships" id="266" r:id="R35aa6231d8634283"/>
    <p:sldId xmlns:r="http://schemas.openxmlformats.org/officeDocument/2006/relationships" id="267" r:id="Ra86e4cf0393b44e4"/>
    <p:sldId xmlns:r="http://schemas.openxmlformats.org/officeDocument/2006/relationships" id="268" r:id="R9445cc070d754096"/>
    <p:sldId xmlns:r="http://schemas.openxmlformats.org/officeDocument/2006/relationships" id="269" r:id="R948ca6942e6f486c"/>
    <p:sldId xmlns:r="http://schemas.openxmlformats.org/officeDocument/2006/relationships" id="270" r:id="R1f4cf0f8ff9f480c"/>
    <p:sldId xmlns:r="http://schemas.openxmlformats.org/officeDocument/2006/relationships" id="271" r:id="R34870d2f3f9241fb"/>
    <p:sldId xmlns:r="http://schemas.openxmlformats.org/officeDocument/2006/relationships" id="272" r:id="R55198fe1105844bd"/>
    <p:sldId xmlns:r="http://schemas.openxmlformats.org/officeDocument/2006/relationships" id="273" r:id="Re233d867e9174b9e"/>
    <p:sldId xmlns:r="http://schemas.openxmlformats.org/officeDocument/2006/relationships" id="274" r:id="Rf70bcd3139e346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f1a42b543a4a54" /><Relationship Type="http://schemas.openxmlformats.org/officeDocument/2006/relationships/slideMaster" Target="/ppt/slideMasters/slideMaster1.xml" Id="R9b15b0b384054f34" /><Relationship Type="http://schemas.openxmlformats.org/officeDocument/2006/relationships/notesMaster" Target="/ppt/notesMasters/notesMaster1.xml" Id="R3e20d9c3d579451e" /><Relationship Type="http://schemas.openxmlformats.org/officeDocument/2006/relationships/presProps" Target="/ppt/presProps.xml" Id="R16d76062cb814068" /><Relationship Type="http://schemas.openxmlformats.org/officeDocument/2006/relationships/tableStyles" Target="/ppt/tableStyles.xml" Id="Rf54a0999f29445c7" /><Relationship Type="http://schemas.openxmlformats.org/officeDocument/2006/relationships/slide" Target="/ppt/slides/slide1.xml" Id="Rdb3a56e457cd49e0" /><Relationship Type="http://schemas.openxmlformats.org/officeDocument/2006/relationships/slide" Target="/ppt/slides/slide2.xml" Id="R29977fa8b1774977" /><Relationship Type="http://schemas.openxmlformats.org/officeDocument/2006/relationships/slide" Target="/ppt/slides/slide3.xml" Id="Re4ab88277dac4dde" /><Relationship Type="http://schemas.openxmlformats.org/officeDocument/2006/relationships/slide" Target="/ppt/slides/slide4.xml" Id="Re75724460480468a" /><Relationship Type="http://schemas.openxmlformats.org/officeDocument/2006/relationships/slide" Target="/ppt/slides/slide5.xml" Id="R027f10689a414e38" /><Relationship Type="http://schemas.openxmlformats.org/officeDocument/2006/relationships/slide" Target="/ppt/slides/slide6.xml" Id="R934b781122aa4e8f" /><Relationship Type="http://schemas.openxmlformats.org/officeDocument/2006/relationships/slide" Target="/ppt/slides/slide7.xml" Id="Rd4bb2f84ec2c44bd" /><Relationship Type="http://schemas.openxmlformats.org/officeDocument/2006/relationships/slide" Target="/ppt/slides/slide8.xml" Id="R1598602a455240c0" /><Relationship Type="http://schemas.openxmlformats.org/officeDocument/2006/relationships/slide" Target="/ppt/slides/slide9.xml" Id="R1cdbdbbd34584d61" /><Relationship Type="http://schemas.openxmlformats.org/officeDocument/2006/relationships/slide" Target="/ppt/slides/slide10.xml" Id="Ra139c75a0e0545c1" /><Relationship Type="http://schemas.openxmlformats.org/officeDocument/2006/relationships/slide" Target="/ppt/slides/slide11.xml" Id="R35aa6231d8634283" /><Relationship Type="http://schemas.openxmlformats.org/officeDocument/2006/relationships/slide" Target="/ppt/slides/slide12.xml" Id="Ra86e4cf0393b44e4" /><Relationship Type="http://schemas.openxmlformats.org/officeDocument/2006/relationships/slide" Target="/ppt/slides/slide13.xml" Id="R9445cc070d754096" /><Relationship Type="http://schemas.openxmlformats.org/officeDocument/2006/relationships/slide" Target="/ppt/slides/slide14.xml" Id="R948ca6942e6f486c" /><Relationship Type="http://schemas.openxmlformats.org/officeDocument/2006/relationships/slide" Target="/ppt/slides/slide15.xml" Id="R1f4cf0f8ff9f480c" /><Relationship Type="http://schemas.openxmlformats.org/officeDocument/2006/relationships/slide" Target="/ppt/slides/slide16.xml" Id="R34870d2f3f9241fb" /><Relationship Type="http://schemas.openxmlformats.org/officeDocument/2006/relationships/slide" Target="/ppt/slides/slide17.xml" Id="R55198fe1105844bd" /><Relationship Type="http://schemas.openxmlformats.org/officeDocument/2006/relationships/slide" Target="/ppt/slides/slide18.xml" Id="Re233d867e9174b9e" /><Relationship Type="http://schemas.openxmlformats.org/officeDocument/2006/relationships/slide" Target="/ppt/slides/slide19.xml" Id="Rf70bcd3139e346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bda4592d346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19b062ce2a4663" /><Relationship Type="http://schemas.openxmlformats.org/officeDocument/2006/relationships/notesMaster" Target="/ppt/notesMasters/notesMaster1.xml" Id="R454d1786337843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901167020a4c84" /><Relationship Type="http://schemas.openxmlformats.org/officeDocument/2006/relationships/notesMaster" Target="/ppt/notesMasters/notesMaster1.xml" Id="Rfa1749fc017f40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1644353c3c499d" /><Relationship Type="http://schemas.openxmlformats.org/officeDocument/2006/relationships/notesMaster" Target="/ppt/notesMasters/notesMaster1.xml" Id="R2681d8d8b7d14e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8a1c01ebf6409d" /><Relationship Type="http://schemas.openxmlformats.org/officeDocument/2006/relationships/notesMaster" Target="/ppt/notesMasters/notesMaster1.xml" Id="R04b873758ea245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44bb57f1094e85" /><Relationship Type="http://schemas.openxmlformats.org/officeDocument/2006/relationships/notesMaster" Target="/ppt/notesMasters/notesMaster1.xml" Id="R1ff5e5dd13fd47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fd55ebbfba4962" /><Relationship Type="http://schemas.openxmlformats.org/officeDocument/2006/relationships/notesMaster" Target="/ppt/notesMasters/notesMaster1.xml" Id="R00c682c4628946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04201909df464e" /><Relationship Type="http://schemas.openxmlformats.org/officeDocument/2006/relationships/notesMaster" Target="/ppt/notesMasters/notesMaster1.xml" Id="Rf2e50eba90c941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4ed96fe79e400c" /><Relationship Type="http://schemas.openxmlformats.org/officeDocument/2006/relationships/notesMaster" Target="/ppt/notesMasters/notesMaster1.xml" Id="Rfe846a5a8b7c4e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9662610cc34cfa" /><Relationship Type="http://schemas.openxmlformats.org/officeDocument/2006/relationships/notesMaster" Target="/ppt/notesMasters/notesMaster1.xml" Id="R2af9457f0ca846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6fe18eef2b44f3" /><Relationship Type="http://schemas.openxmlformats.org/officeDocument/2006/relationships/notesMaster" Target="/ppt/notesMasters/notesMaster1.xml" Id="R300e6bfb42fd41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0842dd63964783" /><Relationship Type="http://schemas.openxmlformats.org/officeDocument/2006/relationships/notesMaster" Target="/ppt/notesMasters/notesMaster1.xml" Id="R3599f763860141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a50c285814182" /><Relationship Type="http://schemas.openxmlformats.org/officeDocument/2006/relationships/notesMaster" Target="/ppt/notesMasters/notesMaster1.xml" Id="R57c989aad37044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ea2997aa0443ea" /><Relationship Type="http://schemas.openxmlformats.org/officeDocument/2006/relationships/notesMaster" Target="/ppt/notesMasters/notesMaster1.xml" Id="R1227337934bd47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00d63acdcc4c7f" /><Relationship Type="http://schemas.openxmlformats.org/officeDocument/2006/relationships/notesMaster" Target="/ppt/notesMasters/notesMaster1.xml" Id="R59b6cca5e46345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539f248d3c4297" /><Relationship Type="http://schemas.openxmlformats.org/officeDocument/2006/relationships/notesMaster" Target="/ppt/notesMasters/notesMaster1.xml" Id="R8492cbec43ea47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bd783fea7b4c80" /><Relationship Type="http://schemas.openxmlformats.org/officeDocument/2006/relationships/notesMaster" Target="/ppt/notesMasters/notesMaster1.xml" Id="R00ddd4271d2548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5ec71a9b8d48a7" /><Relationship Type="http://schemas.openxmlformats.org/officeDocument/2006/relationships/notesMaster" Target="/ppt/notesMasters/notesMaster1.xml" Id="R29d2b43f213041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222bd1a0f3473d" /><Relationship Type="http://schemas.openxmlformats.org/officeDocument/2006/relationships/notesMaster" Target="/ppt/notesMasters/notesMaster1.xml" Id="R1d4fb93293824f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a89c28bd3b4bed" /><Relationship Type="http://schemas.openxmlformats.org/officeDocument/2006/relationships/notesMaster" Target="/ppt/notesMasters/notesMaster1.xml" Id="Rd373183ec2ec45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9adf2636464e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2d1d779d584243" /><Relationship Type="http://schemas.openxmlformats.org/officeDocument/2006/relationships/slideLayout" Target="/ppt/slideLayouts/slideLayout1.xml" Id="Rff6d4864292546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6d4864292546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116f26e33a4d65" /><Relationship Type="http://schemas.openxmlformats.org/officeDocument/2006/relationships/image" Target="/ppt/media/image.png" Id="R5309232fba05463f" /><Relationship Type="http://schemas.openxmlformats.org/officeDocument/2006/relationships/notesSlide" Target="/ppt/notesSlides/notesSlide1.xml" Id="R55d69f43c2584a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f95776550c40c3" /><Relationship Type="http://schemas.openxmlformats.org/officeDocument/2006/relationships/image" Target="/ppt/media/image.jpeg" Id="R0945bb7592634616" /><Relationship Type="http://schemas.openxmlformats.org/officeDocument/2006/relationships/notesSlide" Target="/ppt/notesSlides/notesSlide2.xml" Id="Rb0d8adeb1fe740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101f9254824060" /><Relationship Type="http://schemas.openxmlformats.org/officeDocument/2006/relationships/image" Target="/ppt/media/image2.png" Id="Rc1b99b65ac894d69" /><Relationship Type="http://schemas.openxmlformats.org/officeDocument/2006/relationships/notesSlide" Target="/ppt/notesSlides/notesSlide3.xml" Id="R3797c4310efb46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9aa21428ef4ac6" /><Relationship Type="http://schemas.openxmlformats.org/officeDocument/2006/relationships/notesSlide" Target="/ppt/notesSlides/notesSlide4.xml" Id="R9b960dcac465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412996f4ba4a94" /><Relationship Type="http://schemas.openxmlformats.org/officeDocument/2006/relationships/image" Target="/ppt/media/image2.jpeg" Id="R9ff06018722149c8" /><Relationship Type="http://schemas.openxmlformats.org/officeDocument/2006/relationships/notesSlide" Target="/ppt/notesSlides/notesSlide5.xml" Id="R9b32cb84db9246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a858eb7e224c76" /><Relationship Type="http://schemas.openxmlformats.org/officeDocument/2006/relationships/image" Target="/ppt/media/image3.jpeg" Id="R1a7bad411a5041d1" /><Relationship Type="http://schemas.openxmlformats.org/officeDocument/2006/relationships/image" Target="/ppt/media/image3.png" Id="Rbbbcabc77ad84b7a" /><Relationship Type="http://schemas.openxmlformats.org/officeDocument/2006/relationships/image" Target="/ppt/media/image4.jpeg" Id="R419313b868704d07" /><Relationship Type="http://schemas.openxmlformats.org/officeDocument/2006/relationships/image" Target="/ppt/media/image4.png" Id="R9acaa82063b24d1b" /><Relationship Type="http://schemas.openxmlformats.org/officeDocument/2006/relationships/notesSlide" Target="/ppt/notesSlides/notesSlide6.xml" Id="R8771bfcd839044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8f645e2f794aef" /><Relationship Type="http://schemas.openxmlformats.org/officeDocument/2006/relationships/image" Target="/ppt/media/image5.png" Id="Rb18bf00c764a40e7" /><Relationship Type="http://schemas.openxmlformats.org/officeDocument/2006/relationships/image" Target="/ppt/media/image6.png" Id="Ra8ea8414d00e4f5e" /><Relationship Type="http://schemas.openxmlformats.org/officeDocument/2006/relationships/notesSlide" Target="/ppt/notesSlides/notesSlide7.xml" Id="R0bd457aaee084e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4c1b191c07459a" /><Relationship Type="http://schemas.openxmlformats.org/officeDocument/2006/relationships/notesSlide" Target="/ppt/notesSlides/notesSlide8.xml" Id="Rd900362aae9b44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d028c02ab74042" /><Relationship Type="http://schemas.openxmlformats.org/officeDocument/2006/relationships/image" Target="/ppt/media/image7.png" Id="R799ba7115d2247d7" /><Relationship Type="http://schemas.openxmlformats.org/officeDocument/2006/relationships/notesSlide" Target="/ppt/notesSlides/notesSlide9.xml" Id="Rd44d9073950046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2498f670e8e4de9" /><Relationship Type="http://schemas.openxmlformats.org/officeDocument/2006/relationships/image" Target="/ppt/media/image8.png" Id="Rf8897edab47d4013" /><Relationship Type="http://schemas.openxmlformats.org/officeDocument/2006/relationships/image" Target="/ppt/media/image9.png" Id="Re0f84693c24d4325" /><Relationship Type="http://schemas.openxmlformats.org/officeDocument/2006/relationships/notesSlide" Target="/ppt/notesSlides/notesSlide10.xml" Id="R47a55fbc7ac747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8e8e48ef6d4bc1" /><Relationship Type="http://schemas.openxmlformats.org/officeDocument/2006/relationships/chart" Target="/ppt/slides/charts/chart1.xml" Id="R6b02218a49af4d1c" /><Relationship Type="http://schemas.openxmlformats.org/officeDocument/2006/relationships/notesSlide" Target="/ppt/notesSlides/notesSlide11.xml" Id="Rc093cb7629984a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afef60874343a0" /><Relationship Type="http://schemas.openxmlformats.org/officeDocument/2006/relationships/chart" Target="/ppt/slides/charts/chart2.xml" Id="Rcdacd9dedfc3423c" /><Relationship Type="http://schemas.openxmlformats.org/officeDocument/2006/relationships/notesSlide" Target="/ppt/notesSlides/notesSlide12.xml" Id="Rf24a48b28bbc44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0e1734f1124f21" /><Relationship Type="http://schemas.openxmlformats.org/officeDocument/2006/relationships/image" Target="/ppt/media/image10.png" Id="R5ee0219244954c17" /><Relationship Type="http://schemas.openxmlformats.org/officeDocument/2006/relationships/notesSlide" Target="/ppt/notesSlides/notesSlide13.xml" Id="Rcec03e55be2a46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a5d889a57a418f" /><Relationship Type="http://schemas.openxmlformats.org/officeDocument/2006/relationships/image" Target="/ppt/media/image11.png" Id="R9ee5e33700334dbe" /><Relationship Type="http://schemas.openxmlformats.org/officeDocument/2006/relationships/notesSlide" Target="/ppt/notesSlides/notesSlide14.xml" Id="Rcd7f04faa36c4e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61896a31424506" /><Relationship Type="http://schemas.openxmlformats.org/officeDocument/2006/relationships/notesSlide" Target="/ppt/notesSlides/notesSlide15.xml" Id="Rf454eb1fc96944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b682081deea4cdd" /><Relationship Type="http://schemas.openxmlformats.org/officeDocument/2006/relationships/notesSlide" Target="/ppt/notesSlides/notesSlide16.xml" Id="R317372f708464b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32225390174c3e" /><Relationship Type="http://schemas.openxmlformats.org/officeDocument/2006/relationships/notesSlide" Target="/ppt/notesSlides/notesSlide17.xml" Id="R217494923db842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4b30ae5ec044419" /><Relationship Type="http://schemas.openxmlformats.org/officeDocument/2006/relationships/image" Target="/ppt/media/image12.png" Id="R7da59918dc254bb4" /><Relationship Type="http://schemas.openxmlformats.org/officeDocument/2006/relationships/image" Target="/ppt/media/image13.png" Id="Raa02f37c95804fac" /><Relationship Type="http://schemas.openxmlformats.org/officeDocument/2006/relationships/image" Target="/ppt/media/image14.png" Id="R5d563c41c4b142fd" /><Relationship Type="http://schemas.openxmlformats.org/officeDocument/2006/relationships/image" Target="/ppt/media/image15.png" Id="R68835f42a906435b" /><Relationship Type="http://schemas.openxmlformats.org/officeDocument/2006/relationships/notesSlide" Target="/ppt/notesSlides/notesSlide18.xml" Id="R569d997b8d9d41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fe3264d123a4ef5" /><Relationship Type="http://schemas.openxmlformats.org/officeDocument/2006/relationships/image" Target="/ppt/media/image16.png" Id="Rd285183bcc3149a5" /><Relationship Type="http://schemas.openxmlformats.org/officeDocument/2006/relationships/notesSlide" Target="/ppt/notesSlides/notesSlide19.xml" Id="R49bc5def8df545cb" /></Relationships>
</file>

<file path=ppt/slides/charts/chart1.xml><?xml version="1.0" encoding="utf-8"?>
<c:chartSpace xmlns:c="http://schemas.openxmlformats.org/drawingml/2006/chart">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Lit>
          </c:val>
        </c:ser>
        <c:ser>
          <c:idx val="1"/>
          <c:order val="1"/>
          <c:tx>
            <c:v>Bubble wrap</c:v>
          </c:tx>
          <c:spPr>
            <a:ln xmlns:a="http://schemas.openxmlformats.org/drawingml/2006/main" w="28575">
              <a:solidFill>
                <a:srgbClr val="22B8F0"/>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Lit>
          </c:val>
        </c:ser>
        <c:ser>
          <c:idx val="2"/>
          <c:order val="2"/>
          <c:tx>
            <c:v>Mylar only</c:v>
          </c:tx>
          <c:spPr>
            <a:ln xmlns:a="http://schemas.openxmlformats.org/drawingml/2006/main" w="28575">
              <a:solidFill>
                <a:srgbClr val="F59E0B"/>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Lit>
          </c:val>
        </c:ser>
        <c:ser>
          <c:idx val="3"/>
          <c:order val="3"/>
          <c:tx>
            <c:v>Full MLI</c:v>
          </c:tx>
          <c:spPr>
            <a:ln xmlns:a="http://schemas.openxmlformats.org/drawingml/2006/main" w="38100">
              <a:solidFill>
                <a:srgbClr val="21C98A"/>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chartSpace>
</file>

<file path=ppt/slides/charts/chart2.xml><?xml version="1.0" encoding="utf-8"?>
<c:chartSpace xmlns:c="http://schemas.openxmlformats.org/drawingml/2006/chart">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Lit>
          </c:val>
        </c:ser>
        <c:ser>
          <c:idx val="1"/>
          <c:order val="1"/>
          <c:tx>
            <c:v>Bubble wrap</c:v>
          </c:tx>
          <c:spPr>
            <a:ln xmlns:a="http://schemas.openxmlformats.org/drawingml/2006/main" w="28575">
              <a:solidFill>
                <a:srgbClr val="22B8F0"/>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Lit>
          </c:val>
        </c:ser>
        <c:ser>
          <c:idx val="2"/>
          <c:order val="2"/>
          <c:tx>
            <c:v>Bare control</c:v>
          </c:tx>
          <c:spPr>
            <a:ln xmlns:a="http://schemas.openxmlformats.org/drawingml/2006/main" w="28575">
              <a:solidFill>
                <a:srgbClr val="F5F8FC"/>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Lit>
          </c:val>
        </c:ser>
        <c:ser>
          <c:idx val="3"/>
          <c:order val="3"/>
          <c:tx>
            <c:v>Mylar only</c:v>
          </c:tx>
          <c:spPr>
            <a:ln xmlns:a="http://schemas.openxmlformats.org/drawingml/2006/main" w="28575">
              <a:solidFill>
                <a:srgbClr val="F59E0B"/>
              </a:solidFill>
              <a:prstDash val="solid"/>
            </a:ln>
          </c:spPr>
          <c:marker>
            <c:symbol val="none"/>
          </c:marker>
          <c:cat>
            <c:numLit>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Lit>
          </c:cat>
          <c:val>
            <c:numLit>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309232fba05463f"/>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BC1A0B35-CEC2-458D-A5D8-99A53FF65FE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CB6EBC-C12A-458F-A4F3-59F276477E21}"/>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31F419-31F9-4DCD-BB8C-185801D8FA68}"/>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82C8D1D6-D6AF-40D6-B877-817092D60D55}"/>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3BED9AB8-E59F-439D-AB2A-8436BC0CA366}"/>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A848EF17-AFBE-417F-8E99-D1CF8C720608}"/>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C0C7A2EE-9E90-4EC5-8519-486EA8BB16A6}"/>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1673DD-C2D0-4E9D-9223-ED302D9881DD}"/>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9E03FD0A-8BE8-40D1-AE2E-4F55AF9E1F77}"/>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CB28480D-C71E-4974-95DC-FB017EFC9AA2}"/>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86237851"/>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F50AE3-B4DB-4250-92E3-071B211BC6E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B214AFE-2493-446B-A17F-F0814504E0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E67AB69-870C-4E15-8608-6CF33993FDC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7617E-E7AE-49D8-A4A5-7CCED6F5844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7F269A9-ADB3-44B6-8DDD-9ABB6C4ECCB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945bb7592634616"/>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E80C7EA0-653A-431F-A5A8-593F2E096FDF}"/>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B12AAB29-25DB-4A32-B886-760E4D1F2531}"/>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911BA802-979D-4374-9ED7-8472232BA335}"/>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12F70C-FF74-43A0-B464-78D4C265C444}"/>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44252068-0E07-4E1F-8856-B731B29A9554}"/>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CA38C5-D9A7-4D1C-8C49-A767ACE45A4F}"/>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07253C39-44DA-4303-8218-24090D35E9BC}"/>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D68AC4-B3DA-45A3-840D-8B14C1451C4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9B470C59-52E1-4159-87EA-678D0DE067C9}"/>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EE5C2D-456F-40DA-BEEB-83E4ACE8E008}"/>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1AEA5363-178F-44D4-BED8-E3D31F220015}"/>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E4478857-69FC-4973-8521-7C5B60C473EC}"/>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125958166"/>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40D7C0-FAB7-45C2-BDAC-BCB8088C1F0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D33A62F-D090-4986-98BA-A6189D8525E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6B0F300C-8B83-474F-8F08-35F2EEDC745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42E9C2-AF6D-467C-894B-492E890250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D87978A-8C2A-4878-9079-1FAD3F0721D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1b99b65ac894d69"/>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F9F9F8B8-CF56-4A88-A1E2-241B413359B8}"/>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37F435DB-4423-4900-AF37-885A20D83B5F}"/>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70335F-91A2-45F1-8CE3-53F8E4BE8732}"/>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DBBE5F4D-579D-4602-8BC1-AE1A31901094}"/>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993B33-FCE2-430E-8007-27D7E7D37C5C}"/>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1203F23F-7C25-49FB-B62D-7D8B604F4765}"/>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45DCD4-AE81-4532-B134-A9615317D177}"/>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1E349AEE-F244-4877-92A0-B49FBAC074A3}"/>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CD06DD-AEAC-4EC2-9C9E-C5A55C58A750}"/>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6A70AF70-208E-48EF-8857-9147D28405A1}"/>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A5D735-9760-497A-9B41-2C9CC2C2EAD6}"/>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EE81E90C-1734-491D-A631-9492DEAFB5E7}"/>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62C49E-A897-43AD-9EA0-EAC0D9EEF23C}"/>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112635EE-F4BA-4D8F-A3F7-1B2D4711620A}"/>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444245279"/>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4E0671-ECB2-4F46-9329-C1A39F394F0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FD04FC6-A087-4041-A484-60BDC440C5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BA7BEDEF-5FC8-49E9-B7DD-2F0E8A9F9BB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71F51-1548-425D-899F-B754642051B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15D7B4-DFED-4762-9E61-7E418CA2340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39A24AD2-F930-45CF-BCF2-C4393D271E9E}"/>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0F32CA44-DA1E-480A-B862-3AACC07ACE03}"/>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344F8ED1-B532-4625-8577-74FE9901E3BE}"/>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7833FD73-AC7A-4C32-B420-E250B0670696}"/>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9D2E59-EC0F-41DB-8049-2D7AA139BA93}"/>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82146B8-B07F-4EFF-BDE2-DE57F8FA8243}"/>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E22BDE06-552D-4B25-B2A0-A7BDCEE721D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07ED07F7-047B-46A9-9C44-3CAEDA5F36D8}"/>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B71790-B706-4B07-8592-1929551F3483}"/>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3388C4A-1119-4B8F-821F-62BCEF3420F7}"/>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A9148EA-E0C9-454E-B475-8D34C28D8798}"/>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06233517-5797-4410-91BC-2A383FFB04F7}"/>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BB8A3F-9691-429D-9F27-AF759BB69E70}"/>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E3CA5D-407A-40BB-8EDA-46603BDE73E1}"/>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843245EB-CC34-44DF-AA5F-38E59467F1AB}"/>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3B19BAFD-D7A0-4E11-9E95-3C934642BAFE}"/>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4CCF97-7FF2-452D-BDF8-5239E82ED5C8}"/>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C85D17-DC9B-4B43-A4C9-978E5DB7457B}"/>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71426ED5-B0F0-4A00-80D9-AD6623861B0F}"/>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789615102"/>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98234A-1090-4535-9643-E55F844EE43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CBD1B84-BC72-4FB5-ABA3-DE36936BA1C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739DDFF4-B883-4910-B913-28CE0AEA34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276961-BDBA-4A96-873D-B1476D0AD3E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2DE7DF2-8A76-4303-A1C2-CA92FA3A13A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ff06018722149c8"/>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02639F2B-6593-47D0-A651-2E4807C6C177}"/>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2C52029A-ADAC-4FB1-A6DD-1BB8DFBF4653}"/>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DC1FB92D-B69A-4482-A4D4-342CA7B3CC8C}"/>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D2D0EF06-A79B-449F-A725-2427D38BABD4}"/>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D7F02051-F8BE-47B2-B187-28527FEBF6A0}"/>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0E368D2D-587C-48E5-824C-D11F230349B0}"/>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4042FDA4-6BE8-4089-A791-4C5E8FFDF3AE}"/>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3A9CE4A0-A07C-428F-B69D-FB1172D04CFD}"/>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91D1CB8E-A947-473C-A81A-FB69154B9A59}"/>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1C27FCAD-0CBD-4B39-9038-B8FEE0D9AD8D}"/>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833E1B-40B7-4A83-927C-E7B0B26977F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727354803"/>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ADDEAED-55B6-4769-9FC4-EDABF5F58E5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E9A3961-6BE6-4A35-8BA7-48A6F91C607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8CA85A5D-40C2-44C3-8128-FCA22582E09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C10AF7-D2D8-46D6-B6B0-A03EB9027F5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38B01B4-DF4D-4699-B034-60B43DF8A27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a7bad411a5041d1"/>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A9CB8BEF-3AA1-41D4-9901-F61D93811B8A}"/>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0892A7C7-019B-4DE3-9BF6-0C316A4F6235}"/>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D7FD4231-2204-4406-9E31-203C3EA25BFB}"/>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bbcabc77ad84b7a"/>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8EEE41C4-1225-4AAF-BDD9-5FB86CCF32F1}"/>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F1831E2-6CE3-4B74-A96B-3A0301943E44}"/>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9904668A-C062-4500-A73C-B45A2A119943}"/>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19313b868704d07"/>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95B7B7E4-5D36-44C6-973B-C3BEDD8AAD53}"/>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9F216231-96BC-4B39-914F-001795476E23}"/>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7CBA7968-EDBB-47AD-983B-E32EABE2B77E}"/>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acaa82063b24d1b"/>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CA82E086-9DC7-40C4-B339-4C25BE8E5DC4}"/>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564B0F1E-E1FC-4E94-9B88-083D8920767C}"/>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ED33325F-051E-44DC-8001-515187D932E6}"/>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B4695742-BEB3-4742-B61A-5F44847FDA2D}"/>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1600601765"/>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B40ACF-709C-48D9-BA6A-D5D58CE554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B493C04-004D-42B1-BF47-6359F9D359B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1FF31495-DBE3-46B2-A401-A40E73DFF88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AD7EA0-A54F-4FF4-8296-FECFD5C45DF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991B3D-066E-497A-B439-4BC71BB89D3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18bf00c764a40e7"/>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8FB0C17C-E933-42E7-842D-E9C452834B5D}"/>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9799EF-9057-44B6-ABD4-8C20794CE75F}"/>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8ea8414d00e4f5e"/>
          <a:stretch xmlns:a="http://schemas.openxmlformats.org/drawingml/2006/main"/>
        </p:blipFill>
        <p:spPr>
          <a:xfrm xmlns:a="http://schemas.openxmlformats.org/drawingml/2006/main">
            <a:off x="8167588" y="1895475"/>
            <a:ext cx="2771975" cy="685800"/>
          </a:xfrm>
          <a:prstGeom xmlns:a="http://schemas.openxmlformats.org/drawingml/2006/main" prst="roundRect">
            <a:avLst>
              <a:gd name="adj" fmla="val 16667"/>
            </a:avLst>
          </a:prstGeom>
        </p:spPr>
      </p:pic>
      <p:sp>
        <p:nvSpPr>
          <p:cNvPr id="10" name="">
            <a:extLst xmlns:a="http://schemas.openxmlformats.org/drawingml/2006/main">
              <a:ext uri="{FF2B5EF4-FFF2-40B4-BE49-F238E27FC236}">
                <a16:creationId xmlns:a16="http://schemas.microsoft.com/office/drawing/2014/main" id="{7A8CE3AB-848A-45DA-A6F2-7059ABCDDEF3}"/>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23218C7F-DDB7-47F8-B9DB-A99DC91DFCFC}"/>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64AD28F1-C628-407F-B560-8469CBFFB94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474886B8-893F-4883-8BBC-B96BA9883AC0}"/>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A54BD32B-7122-4D15-B928-DAB1E61AD262}"/>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8057FC56-7044-4445-80AE-3DC0D8346DA7}"/>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CC32ACBE-DBB3-4618-8D66-499E421FC52C}"/>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EC8B5357-D9A3-40F7-8D18-63FA8EF8FBAE}"/>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35C5D57D-3CFF-4759-8BC0-CA79912D9B79}"/>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DAE4EBA1-3E3E-4ADB-9E4C-73B48D12D78A}"/>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1334929643"/>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8B2A755-E086-4A6F-A410-4FE6B06E13C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C0CA466-07FF-4F7F-8DFD-B220A761E06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B00312D8-0A11-4DB8-A4B4-A82FB8620B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0FA0B3-7362-4985-9765-DAB7B0E279F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EF897E3-F431-42FF-B8A7-6E9AF0A1B13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24FBE6E0-39C6-46FF-8066-A5831BBA8529}"/>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218FB87-FF96-463A-95E4-AAE72B68CCE6}"/>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D664F040-DFF2-422A-817C-B55E4CF77E93}"/>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22739FB2-F83E-4D44-A773-3BC6C6C5BBEF}"/>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5B2F03-6657-4988-81A3-95A14FE1BB44}"/>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B2AD9B23-A83A-4C97-8B94-3DE331788589}"/>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EC96D19D-D3FF-44B8-A654-4DB0AFECF78E}"/>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514E9E1D-C984-4737-98E7-60AA45C5415A}"/>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D01181-2792-4377-9D9A-41A57157AFC2}"/>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23A8FB82-27EB-4AD4-BEA6-9639B8A1820B}"/>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97188945-13B7-4876-A435-8496598EB914}"/>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5221D6D8-540D-4BC0-90A6-8BAE7D6C9BBF}"/>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792D70-52F9-40C9-BFB3-6B5D6C0CC44D}"/>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946CA2-633D-4C3A-91B6-7784479B041F}"/>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3B12CEB7-44FF-4FEB-BB55-D955732AD33B}"/>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FE38BC0C-3104-452B-8232-6B102CF787DD}"/>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D3A5FB-61FB-4445-8A62-ED96E0FBCB33}"/>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9922E509-BE13-4020-8948-912CC7E5D41E}"/>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606278-54EC-401D-81FF-553B48CBE382}"/>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2559FC21-F8FF-4251-BB9A-4C04B8D4B223}"/>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18FCCAE-8AAA-4BF7-BA46-D48450D7DD25}"/>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5D9F6025-7C09-4496-9EB8-CAB4CDB6937D}"/>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4A8D25-44E0-40F9-91C1-DA857E3FC803}"/>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175D4896-29FE-45BF-A57E-042466BB5D27}"/>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F398BC2F-6239-454A-8543-9890DD5D2078}"/>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C0B67535-E746-4849-ADD2-3991E3C784E3}"/>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3A41D75-5B0F-46CE-ABA3-9322A53DE03A}"/>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ECDC8641-385A-4F57-BFEF-2C33CB2D67E0}"/>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2FEA935-C429-4771-B5FE-48FD1F4DA183}"/>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1057584-923C-44FC-AEFF-F565DF0B1E49}"/>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470AAA7-F5FB-4EEE-989B-CB024C66D0F2}"/>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6AF352B5-7F05-4853-962F-C342FC9D5443}"/>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3CE1097-B5B4-435E-A3AD-C117A008B65A}"/>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621212267"/>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ACD3905-2F41-472A-BC7C-3C25ED27A82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89E8E7B-205D-4B8C-B073-87902B39F50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737F3882-3D6E-4E80-B6F8-1B91CEF265C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0C8E52-8110-4D6D-8D70-A663A1FB936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48F3DB7-C101-4AD4-92BA-798B1646DD4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99ba7115d2247d7"/>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9616950D-263E-4233-8085-16B154AFFE7B}"/>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046D0A6F-2DEC-4E7E-808D-A0EB85759159}"/>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7304CD53-E2E2-4221-90F8-5174B867854B}"/>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C7C8117C-EBF5-46C0-8A65-F2F73F02C39A}"/>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85BFC4FC-C64B-461C-9B55-21B981DE3BD2}"/>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D61B080D-B716-4FFE-852B-5934D0B9F7F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0751D491-D3C0-4A72-873E-D495052BE9D1}"/>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AA398B1F-2214-4E44-A560-374678BDAB29}"/>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EB6F5201-A55D-4130-944B-97FD55B075BD}"/>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4E1F1E39-5A09-4B73-BC3F-20D920C76B08}"/>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0ECB22AA-5FFB-48F5-A93E-5350A73A18DD}"/>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8FFD084C-3937-4973-A733-6643F03A5A82}"/>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9CD2BBA1-E1BE-446B-89D8-55747654D996}"/>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874074556"/>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2CC3B-ECD3-4E56-89FC-8D9CBB1B1A3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4F077533-830F-49A0-9060-8360CE5A8A8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8A3E2799-FB7E-4E99-B9BF-2964FD69F00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F81484-FABA-4EF9-8C63-694BB6BE037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CC0E808-9C35-41BF-BAE6-CC9B37F091C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8897edab47d4013"/>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0f84693c24d4325"/>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633FD24-9498-4CE8-86A5-88079CAA4F42}"/>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EE06F9FC-86D7-45FC-AE7C-E31A1F2E2AFE}"/>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90F2839E-9757-4E19-A044-D6AE98D0B283}"/>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BF6EACAB-52AA-4ADA-9F7D-3BEFBAEF9373}"/>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FADE6CEB-A94D-426F-AD3B-C43028503E9B}"/>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E188616D-EA49-4B8F-B780-4E0556E8501C}"/>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21CE9A82-B336-4E35-B26D-51EA0851BF8A}"/>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29C2C4F1-FB0E-4B4C-BEC1-9E99ECCDC00E}"/>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EABB6302-EEA1-431D-9779-4CBC0D445783}"/>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034667608"/>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C395AE-79E7-46C5-B5DB-20B1A16275A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BA74C02-7B1B-4557-8D3B-EB836145C3B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61E06D33-3465-488A-8262-CE1BA460B2A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3838AE-515B-4B5A-A89B-EEFC143F8E2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976C5D6-2452-4C5D-BA19-931B67A7041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6b02218a49af4d1c"/>
          </a:graphicData>
        </a:graphic>
      </p:graphicFrame>
      <p:sp>
        <p:nvSpPr>
          <p:cNvPr id="7" name="">
            <a:extLst xmlns:a="http://schemas.openxmlformats.org/drawingml/2006/main">
              <a:ext uri="{FF2B5EF4-FFF2-40B4-BE49-F238E27FC236}">
                <a16:creationId xmlns:a16="http://schemas.microsoft.com/office/drawing/2014/main" id="{3F8271FF-FB1E-4A2D-8506-B9EAF6044047}"/>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878E1CFF-E3B2-4748-BF94-51DD90EC63B0}"/>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3105E23D-A23D-45A5-A113-801CCC19E554}"/>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F71896DD-3647-4C2B-815A-405A6410FE9B}"/>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DA86AA-A034-48F2-A7A2-BC6E80897FC6}"/>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BFC98F30-ED0E-4519-B981-8652E1C7237D}"/>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9E88C1DC-C052-4724-8737-BC7CBA3CD7F9}"/>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FAB43D-AAF8-408C-9B90-1DD5953FB00F}"/>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7EC249A1-5741-4480-99E5-C5F9F3F49D9E}"/>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DF7260B0-486D-4AC7-9E15-24B8AE79DC0D}"/>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9C8EB6-5EA5-4D24-8B51-CE04A9050CE4}"/>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DC71F6BB-BFBB-45C7-92C2-8EE4A9A715E3}"/>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19A04EC5-CD3A-4A14-98E2-D510E0FBB66C}"/>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EBD344-A891-438B-B082-01030B68894E}"/>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89347097"/>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55384BA-864E-4E48-A909-C547F0A212F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4B823EF-80F1-4D02-A87A-FF9F7690781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E817B3EB-DD38-4595-BB83-1483DA4FB65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3CCB2-88B6-447F-AECA-21A96FAE887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0141165-5E14-4793-90FB-7C6D896F6B1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cdacd9dedfc3423c"/>
          </a:graphicData>
        </a:graphic>
      </p:graphicFrame>
      <p:sp>
        <p:nvSpPr>
          <p:cNvPr id="7" name="">
            <a:extLst xmlns:a="http://schemas.openxmlformats.org/drawingml/2006/main">
              <a:ext uri="{FF2B5EF4-FFF2-40B4-BE49-F238E27FC236}">
                <a16:creationId xmlns:a16="http://schemas.microsoft.com/office/drawing/2014/main" id="{5AA0B84A-EEC9-4A12-A029-E88BE45B85DD}"/>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0A5DA748-49BC-4F4C-8264-47B67EBEAFBC}"/>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BA5F8577-AABC-4C47-80BD-D37B48D8FEBE}"/>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414EF228-E76B-4D27-81B8-3344051B3154}"/>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C1A218-8278-4CAA-9609-5E9AB2EC25E3}"/>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4E64885A-B883-4BED-8B63-EA7611A55F09}"/>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38E5CA7D-20A7-41E4-9968-C271D2D883EB}"/>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9171F7B0-3657-442C-B4C6-956198D26848}"/>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A39FF2-4671-4C48-B4D8-E81B95A07200}"/>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50625185-2918-4D5C-9A4F-55240655F1AE}"/>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DCC9B343-12FD-4C3A-B3BC-F6DD3F19EEAA}"/>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8B9CDA38-38C7-4E63-AD3F-4F7D82DAFE0F}"/>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DF5DFA-ED2F-4164-8176-228E5BF840C1}"/>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629925AE-9025-4894-8E22-3A7D075FAB6D}"/>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0D212756-C68D-4400-8604-7B537B1309EB}"/>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BBF72701-D25F-4EE8-A4FD-90F29300D8F3}"/>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791C3FB-782E-42B6-927E-08290C4D1654}"/>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2301A3-7B23-4728-97D0-BDD2162C91EC}"/>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136796149"/>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4771165-DEA7-4668-AD39-A3B607C62B3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1DD9C82-7B70-4992-B129-4707292DFF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A7DB8000-0279-4769-8A81-0099FF341E1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549B9E-DEDF-42BC-8732-AEAFE6C1A3B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60C1DFD-C7A2-4F3D-9946-8E9D651CCEC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ee0219244954c17"/>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808CED79-47D8-41AF-B111-0CA84326213D}"/>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7BD6005C-12B8-457F-A35D-A89C9C805F72}"/>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89DC05-0656-479D-A8E0-620169E8DF28}"/>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251959AB-99A7-4741-98CF-7A3F462B2D12}"/>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F5A57F1-E6E7-45F9-B094-9F93AF0A04A1}"/>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F1FCEA2F-CC01-4962-97F2-DA9FA25197BB}"/>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93A505-6730-4353-AD43-1FF08CEA0B03}"/>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53FBA9DD-7F7A-41D6-903A-A6B1709AE8D3}"/>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1916C300-46D9-4473-ACE6-D8BD920BA418}"/>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5A9BF3-B174-488D-995C-F0D5ECEA606B}"/>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E7FB4C63-AB23-4C80-B43E-55565FF6D065}"/>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21CCC2-C4F8-4F89-9D8A-4908674CFB7A}"/>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3E9C55D-5612-475B-8B02-33DB0E8D6DD4}"/>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7ED062-3EC3-417C-83BB-FFBDF21EE46A}"/>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0CD3156D-557B-4557-BCBB-1A77FA0BD8B8}"/>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79D8F7"/>
                </a:solidFill>
                <a:latin typeface="Avenir Next"/>
                <a:ea typeface="Avenir Next"/>
                <a:cs typeface="Avenir Next"/>
              </a:defRPr>
            </a:pPr>
            <a:r>
              <a:rPr sz="1275"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260888466"/>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34C00C-BE76-4DB0-88EF-DF9035969C4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A396ABB-F665-47C9-ACA0-586C662439D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77D1DF1F-1A15-4112-B6E7-968032C0651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A6957F-E3F9-4980-B9E5-07DEBF59A2B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C78B7DB-FDA9-4F02-9114-DC8A6E48141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ee5e33700334dbe"/>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9BBE7DAE-E6E4-4BEE-AA16-040AA0C6B6C8}"/>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0969B98B-2C4B-4BC2-A48A-A9BE31BE0C67}"/>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0C86D519-9038-4C5F-82AE-7D762CBA0A19}"/>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F9C673-8F2D-436B-A9B6-C1BF642A5AE7}"/>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F145B68E-EC5E-4BDE-8A9D-6AE0C48BFB32}"/>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78694A-90BB-4D26-ADC2-E93DAA858CAF}"/>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8E0080A8-7F47-4089-825F-4B32F9A02B70}"/>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77C2FA-5BB4-405C-994E-EBF4307A0303}"/>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356AB47B-95A6-4702-970F-2773B3F72EDE}"/>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81154B-0A6A-45EE-BFAD-B2C0A64CADC1}"/>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61F0DF69-7ADA-459E-925D-26DB17A66BD1}"/>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54AC742E-225B-477C-86B2-EE870133C363}"/>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04CAC27F-3173-4DE1-8120-58D05F3D92FD}"/>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80750F27-E1F1-4678-9E69-CDDDDB79691A}"/>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C11085E0-18FF-4112-B13B-926972AF90B1}"/>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2058040428"/>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CC334-EEEE-4752-84C5-D4715E877FB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C2128E6-CA4A-48D5-B58B-5222F3A867F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B07E2758-4E0D-48C2-B0B0-6243D65323F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6A0A38-1B16-4521-B26F-91A8A06ACEE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90B308D-0503-4614-B997-4A864802D95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44D1DB25-7B88-4F2B-9F58-3DE51173254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1478207065"/>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EDBD2A3-0382-4B3C-99F1-40C3EDEA69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A593FB-3820-4BF2-B638-002EAD63E03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B9653BCC-D58E-444B-80B4-B05D828943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C4B6B-A158-4235-8531-A17063244F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2AD872E-B7A7-4BF6-83BF-583763B7B78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3FAC7395-D17F-4901-BCD1-5373C9E4FB13}"/>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F644F024-8968-486C-AF56-5361EE24FB33}"/>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2B21D822-453A-4EC1-8297-0EFFA69DEF52}"/>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F6FD9-02E1-43F5-B810-B9183CC32A00}"/>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EC8B301A-0074-437F-BBC3-4746D5385D76}"/>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015635FD-5B1C-4B2D-8A39-C30D9AF2193E}"/>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99886B-E0C7-4A08-A092-B597C8A5A253}"/>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77B74431-4CB3-4726-AF32-B55D2B2CABE0}"/>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F90F1F74-EB0E-4B09-946C-71A7F56F424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E98726-F513-43B7-9016-FBEB26CC21D2}"/>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BFAB2150-87FB-4961-976F-A70EC23E1950}"/>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2E738F2C-7659-48DD-96E3-CCD3DD0D9E88}"/>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7D3299-8756-495B-99AF-AF6739501592}"/>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5C44CCDC-7000-4742-803E-50E0C497B599}"/>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E7BB3EAC-A124-48F8-A603-EBBAD788BFB9}"/>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5B339A-6A1D-4010-BC74-236F5B5DF476}"/>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2266730C-2586-413C-9619-931E689026AB}"/>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D4AF068F-881B-4C31-97B4-EDC730DCE331}"/>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BC5C14-E92B-4923-8A81-469CB70FE6F9}"/>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AACE0862-08C3-4C92-B87B-D9A0119096E3}"/>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EF9C533E-A37D-4C0E-8A41-279D9984E65F}"/>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7FD52C-D6A0-4F6A-A92F-2531232CBF46}"/>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A21945CC-C36B-4AC5-8452-DB8079A86433}"/>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4907E0D4-7ED7-460A-987B-DB6B3DAAAFE4}"/>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3D46195-5CF1-40B4-BB7B-B6131D3DD92A}"/>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69528CD2-D9C9-4176-9F0C-F313E80E7B89}"/>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FEBC1F0D-205C-4384-8FC0-3412349AC46C}"/>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DE8821-613E-4183-943D-BB9E7FBB6916}"/>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2542F338-C971-4E20-962A-09F1E6D35DA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8AA66C79-BF57-4448-92DC-88E60AEF7C25}"/>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5D56F46-9EDF-4CC4-85B4-100BB7D9F73B}"/>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E323DAD2-9AB0-4751-BBF5-2F6B0199DBA0}"/>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156FC645-5100-41F2-8E21-49A873FD6A77}"/>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86DE2DA-85C5-4E93-A852-E0E444232224}"/>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180E8F6-C3F7-4A30-8561-01F9F84AA321}"/>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D7150BFA-B7E5-438B-B0D4-2E6040C9FEFB}"/>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728674699"/>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F04C3D-906E-406E-85A6-850B8FD35B4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02E1628-FCEE-438A-B6FA-B036F820CF0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2F360651-930D-4ABD-855E-0C8FD0FC204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graphicFrame>
        <p:nvGraphicFramePr>
          <p:cNvPr id="8"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75665">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1235269355"/>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06C25B-819E-469F-97FB-F57A4AF69C1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F8F6310-5D50-4EEA-B8F8-59FC0C03FC5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752CE91C-AC1A-45E5-B8BF-019A8E26353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2DDD16-42F4-4FC9-BB4B-FFCC1AC21EB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372C829-8D08-4385-B766-65BE9C6AA93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4AE4DB8D-3D04-4A77-B4AA-A29279FD0362}"/>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da59918dc254bb4"/>
          <a:stretch xmlns:a="http://schemas.openxmlformats.org/drawingml/2006/main"/>
        </p:blipFill>
        <p:spPr>
          <a:xfrm xmlns:a="http://schemas.openxmlformats.org/drawingml/2006/main">
            <a:off x="4089168" y="1295400"/>
            <a:ext cx="2775415" cy="666750"/>
          </a:xfrm>
          <a:prstGeom xmlns:a="http://schemas.openxmlformats.org/drawingml/2006/main" prst="roundRect">
            <a:avLst>
              <a:gd name="adj" fmla="val 17143"/>
            </a:avLst>
          </a:prstGeom>
        </p:spPr>
      </p:pic>
      <p:sp>
        <p:nvSpPr>
          <p:cNvPr id="8" name="">
            <a:extLst xmlns:a="http://schemas.openxmlformats.org/drawingml/2006/main">
              <a:ext uri="{FF2B5EF4-FFF2-40B4-BE49-F238E27FC236}">
                <a16:creationId xmlns:a16="http://schemas.microsoft.com/office/drawing/2014/main" id="{45FDBDD5-94BC-44FF-A88C-C50D1A86A3C2}"/>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D75C1828-47DF-450D-AB9C-66F379D26637}"/>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D5D46D-7DEA-4B02-841F-552813A5D61B}"/>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a02f37c95804fac"/>
          <a:stretch xmlns:a="http://schemas.openxmlformats.org/drawingml/2006/main"/>
        </p:blipFill>
        <p:spPr>
          <a:xfrm xmlns:a="http://schemas.openxmlformats.org/drawingml/2006/main">
            <a:off x="3991131" y="2362200"/>
            <a:ext cx="1923738" cy="838200"/>
          </a:xfrm>
          <a:prstGeom xmlns:a="http://schemas.openxmlformats.org/drawingml/2006/main" prst="roundRect">
            <a:avLst>
              <a:gd name="adj" fmla="val 13636"/>
            </a:avLst>
          </a:prstGeom>
        </p:spPr>
      </p:pic>
      <p:sp>
        <p:nvSpPr>
          <p:cNvPr id="12" name="">
            <a:extLst xmlns:a="http://schemas.openxmlformats.org/drawingml/2006/main">
              <a:ext uri="{FF2B5EF4-FFF2-40B4-BE49-F238E27FC236}">
                <a16:creationId xmlns:a16="http://schemas.microsoft.com/office/drawing/2014/main" id="{9F277AD1-E314-433F-8C61-F27DACC2AFB2}"/>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62D99EBC-F9B5-466D-8E9D-70D56AEE3FBE}"/>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0CA0B5-30CA-40BA-AF07-99D0215E7C14}"/>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d563c41c4b142fd"/>
          <a:stretch xmlns:a="http://schemas.openxmlformats.org/drawingml/2006/main"/>
        </p:blipFill>
        <p:spPr>
          <a:xfrm xmlns:a="http://schemas.openxmlformats.org/drawingml/2006/main">
            <a:off x="4070709" y="3429000"/>
            <a:ext cx="2145581" cy="838200"/>
          </a:xfrm>
          <a:prstGeom xmlns:a="http://schemas.openxmlformats.org/drawingml/2006/main" prst="roundRect">
            <a:avLst>
              <a:gd name="adj" fmla="val 13636"/>
            </a:avLst>
          </a:prstGeom>
        </p:spPr>
      </p:pic>
      <p:sp>
        <p:nvSpPr>
          <p:cNvPr id="16" name="">
            <a:extLst xmlns:a="http://schemas.openxmlformats.org/drawingml/2006/main">
              <a:ext uri="{FF2B5EF4-FFF2-40B4-BE49-F238E27FC236}">
                <a16:creationId xmlns:a16="http://schemas.microsoft.com/office/drawing/2014/main" id="{691C9343-325E-4ACB-B2FB-94765A21CD68}"/>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F56A9DCB-B9D7-4754-9FED-A2EEAB14304F}"/>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718BE6-3CC7-493D-9A59-B2AADBDAFF27}"/>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8835f42a906435b"/>
          <a:stretch xmlns:a="http://schemas.openxmlformats.org/drawingml/2006/main"/>
        </p:blipFill>
        <p:spPr>
          <a:xfrm xmlns:a="http://schemas.openxmlformats.org/drawingml/2006/main">
            <a:off x="3816909" y="4495800"/>
            <a:ext cx="2843682" cy="781050"/>
          </a:xfrm>
          <a:prstGeom xmlns:a="http://schemas.openxmlformats.org/drawingml/2006/main" prst="roundRect">
            <a:avLst>
              <a:gd name="adj" fmla="val 14634"/>
            </a:avLst>
          </a:prstGeom>
        </p:spPr>
      </p:pic>
      <p:sp>
        <p:nvSpPr>
          <p:cNvPr id="20" name="">
            <a:extLst xmlns:a="http://schemas.openxmlformats.org/drawingml/2006/main">
              <a:ext uri="{FF2B5EF4-FFF2-40B4-BE49-F238E27FC236}">
                <a16:creationId xmlns:a16="http://schemas.microsoft.com/office/drawing/2014/main" id="{AD178D0A-6D6A-48F0-96ED-43D270912A51}"/>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07FD6208-A286-44E0-B0BC-C66D253F900C}"/>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CC3073-A0B3-49B5-8978-95A391D39F36}"/>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90110A-DA74-4D56-9535-2F4914E1483F}"/>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108316105"/>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36B203-5087-49DB-A2E6-B87A3AE1796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53821F-2985-4F9E-8CC2-E9693B3CFBE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418A0704-3321-49D6-8688-B69185E885A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607299-B9B8-46F6-920D-7903476B69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C76BDFE-0D8A-482D-ABFE-6C28C300C46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285183bcc3149a5"/>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858A5C90-2B39-4CA0-8B7C-69B03DEA38F5}"/>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27BA019B-138B-4767-8B3C-DCB3A9F2ABF5}"/>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EC09B7-EEF5-46C0-918B-DF60A148B7A7}"/>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3ED0C6AE-96D9-44E0-A4AC-ECE7446CBBF8}"/>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A3BFEB-15F6-4981-ADC4-4FC434158ADD}"/>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FE9A0258-B468-481C-A591-314285C997BB}"/>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BA4BF2-8882-4E1C-93FC-39277DE31544}"/>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107CE9AE-BF14-4B4C-8318-228C5F971571}"/>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6D604-5E16-4B56-9C85-2FC463942B06}"/>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8852F77D-ABF3-45EC-BC52-9CEA1AB19EFE}"/>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B6500F-7BE3-4899-A4C4-0112434538FE}"/>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A89E85F9-EE69-44D7-99F7-C7B8C5A4DE2C}"/>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8B9ED25-A753-47C6-B877-231474CAFC7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6FC99F9D-9DCD-423B-ADA6-BCBDF45401AC}"/>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12360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2026-09-09T13:57:55.9510000Z</dcterms:created>
  <dcterms:modified xsi:type="dcterms:W3CDTF">2026-09-09T13:57:55.9520000Z</dcterms:modified>
</coreProperties>
</file>