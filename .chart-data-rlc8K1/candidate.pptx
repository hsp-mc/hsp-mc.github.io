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084efda0a248a4" /><Relationship Type="http://schemas.openxmlformats.org/officeDocument/2006/relationships/extended-properties" Target="/docProps/app.xml" Id="R7a007b4e9f744b37" /><Relationship Type="http://schemas.openxmlformats.org/officeDocument/2006/relationships/officeDocument" Target="/ppt/presentation.xml" Id="R5740668effa34045" /></Relationships>
</file>

<file path=ppt/presentation.xml><?xml version="1.0" encoding="utf-8"?>
<p:presentation xmlns:p="http://schemas.openxmlformats.org/presentationml/2006/main">
  <p:sldMasterIdLst>
    <p:sldMasterId xmlns:r="http://schemas.openxmlformats.org/officeDocument/2006/relationships" id="2147483648" r:id="Rc9769ca551fd45da"/>
  </p:sldMasterIdLst>
  <p:notesMasterIdLst>
    <p:notesMasterId xmlns:r="http://schemas.openxmlformats.org/officeDocument/2006/relationships" r:id="Rc1535a7d2b7a4945"/>
  </p:notesMasterIdLst>
  <p:sldIdLst>
    <p:sldId xmlns:r="http://schemas.openxmlformats.org/officeDocument/2006/relationships" id="256" r:id="R88bb5a774ee04112"/>
    <p:sldId xmlns:r="http://schemas.openxmlformats.org/officeDocument/2006/relationships" id="257" r:id="R787ff1ba63b340a8"/>
    <p:sldId xmlns:r="http://schemas.openxmlformats.org/officeDocument/2006/relationships" id="258" r:id="Rac999f9d3409432e"/>
    <p:sldId xmlns:r="http://schemas.openxmlformats.org/officeDocument/2006/relationships" id="259" r:id="R19a21e45026e455c"/>
    <p:sldId xmlns:r="http://schemas.openxmlformats.org/officeDocument/2006/relationships" id="260" r:id="R2c6015bbad6149b4"/>
    <p:sldId xmlns:r="http://schemas.openxmlformats.org/officeDocument/2006/relationships" id="261" r:id="Rd2582c159392441c"/>
    <p:sldId xmlns:r="http://schemas.openxmlformats.org/officeDocument/2006/relationships" id="262" r:id="R16a48e31bfa24b5f"/>
    <p:sldId xmlns:r="http://schemas.openxmlformats.org/officeDocument/2006/relationships" id="263" r:id="R95fcf4c488ac4154"/>
    <p:sldId xmlns:r="http://schemas.openxmlformats.org/officeDocument/2006/relationships" id="264" r:id="Rc0a27c8d0fe84dec"/>
    <p:sldId xmlns:r="http://schemas.openxmlformats.org/officeDocument/2006/relationships" id="265" r:id="R44d88e721ce9470f"/>
    <p:sldId xmlns:r="http://schemas.openxmlformats.org/officeDocument/2006/relationships" id="266" r:id="Rcf3aecc17ba44059"/>
    <p:sldId xmlns:r="http://schemas.openxmlformats.org/officeDocument/2006/relationships" id="267" r:id="Re5d40a6bebdc4601"/>
    <p:sldId xmlns:r="http://schemas.openxmlformats.org/officeDocument/2006/relationships" id="268" r:id="R46aa3b02fd8c47c8"/>
    <p:sldId xmlns:r="http://schemas.openxmlformats.org/officeDocument/2006/relationships" id="269" r:id="R9f0a716c2dfb4f42"/>
    <p:sldId xmlns:r="http://schemas.openxmlformats.org/officeDocument/2006/relationships" id="270" r:id="Rd72fda5f5bcd46b5"/>
    <p:sldId xmlns:r="http://schemas.openxmlformats.org/officeDocument/2006/relationships" id="271" r:id="R1eb169cb7d3b4870"/>
    <p:sldId xmlns:r="http://schemas.openxmlformats.org/officeDocument/2006/relationships" id="272" r:id="R2b50aa9b377c49c0"/>
    <p:sldId xmlns:r="http://schemas.openxmlformats.org/officeDocument/2006/relationships" id="273" r:id="R9b4cb329642d4734"/>
    <p:sldId xmlns:r="http://schemas.openxmlformats.org/officeDocument/2006/relationships" id="274" r:id="Re5731d5760674d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24706353e94f22" /><Relationship Type="http://schemas.openxmlformats.org/officeDocument/2006/relationships/slideMaster" Target="/ppt/slideMasters/slideMaster1.xml" Id="Rc9769ca551fd45da" /><Relationship Type="http://schemas.openxmlformats.org/officeDocument/2006/relationships/notesMaster" Target="/ppt/notesMasters/notesMaster1.xml" Id="Rc1535a7d2b7a4945" /><Relationship Type="http://schemas.openxmlformats.org/officeDocument/2006/relationships/presProps" Target="/ppt/presProps.xml" Id="Ra8982d0fe7cc46c1" /><Relationship Type="http://schemas.openxmlformats.org/officeDocument/2006/relationships/tableStyles" Target="/ppt/tableStyles.xml" Id="Rcf56bc18d6224153" /><Relationship Type="http://schemas.openxmlformats.org/officeDocument/2006/relationships/slide" Target="/ppt/slides/slide1.xml" Id="R88bb5a774ee04112" /><Relationship Type="http://schemas.openxmlformats.org/officeDocument/2006/relationships/slide" Target="/ppt/slides/slide2.xml" Id="R787ff1ba63b340a8" /><Relationship Type="http://schemas.openxmlformats.org/officeDocument/2006/relationships/slide" Target="/ppt/slides/slide3.xml" Id="Rac999f9d3409432e" /><Relationship Type="http://schemas.openxmlformats.org/officeDocument/2006/relationships/slide" Target="/ppt/slides/slide4.xml" Id="R19a21e45026e455c" /><Relationship Type="http://schemas.openxmlformats.org/officeDocument/2006/relationships/slide" Target="/ppt/slides/slide5.xml" Id="R2c6015bbad6149b4" /><Relationship Type="http://schemas.openxmlformats.org/officeDocument/2006/relationships/slide" Target="/ppt/slides/slide6.xml" Id="Rd2582c159392441c" /><Relationship Type="http://schemas.openxmlformats.org/officeDocument/2006/relationships/slide" Target="/ppt/slides/slide7.xml" Id="R16a48e31bfa24b5f" /><Relationship Type="http://schemas.openxmlformats.org/officeDocument/2006/relationships/slide" Target="/ppt/slides/slide8.xml" Id="R95fcf4c488ac4154" /><Relationship Type="http://schemas.openxmlformats.org/officeDocument/2006/relationships/slide" Target="/ppt/slides/slide9.xml" Id="Rc0a27c8d0fe84dec" /><Relationship Type="http://schemas.openxmlformats.org/officeDocument/2006/relationships/slide" Target="/ppt/slides/slide10.xml" Id="R44d88e721ce9470f" /><Relationship Type="http://schemas.openxmlformats.org/officeDocument/2006/relationships/slide" Target="/ppt/slides/slide11.xml" Id="Rcf3aecc17ba44059" /><Relationship Type="http://schemas.openxmlformats.org/officeDocument/2006/relationships/slide" Target="/ppt/slides/slide12.xml" Id="Re5d40a6bebdc4601" /><Relationship Type="http://schemas.openxmlformats.org/officeDocument/2006/relationships/slide" Target="/ppt/slides/slide13.xml" Id="R46aa3b02fd8c47c8" /><Relationship Type="http://schemas.openxmlformats.org/officeDocument/2006/relationships/slide" Target="/ppt/slides/slide14.xml" Id="R9f0a716c2dfb4f42" /><Relationship Type="http://schemas.openxmlformats.org/officeDocument/2006/relationships/slide" Target="/ppt/slides/slide15.xml" Id="Rd72fda5f5bcd46b5" /><Relationship Type="http://schemas.openxmlformats.org/officeDocument/2006/relationships/slide" Target="/ppt/slides/slide16.xml" Id="R1eb169cb7d3b4870" /><Relationship Type="http://schemas.openxmlformats.org/officeDocument/2006/relationships/slide" Target="/ppt/slides/slide17.xml" Id="R2b50aa9b377c49c0" /><Relationship Type="http://schemas.openxmlformats.org/officeDocument/2006/relationships/slide" Target="/ppt/slides/slide18.xml" Id="R9b4cb329642d4734" /><Relationship Type="http://schemas.openxmlformats.org/officeDocument/2006/relationships/slide" Target="/ppt/slides/slide19.xml" Id="Re5731d576067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16d9a529ac45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62e8c37e7a4b5e" /><Relationship Type="http://schemas.openxmlformats.org/officeDocument/2006/relationships/notesMaster" Target="/ppt/notesMasters/notesMaster1.xml" Id="R43d256fcc99045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2dbc0de6fc4be8" /><Relationship Type="http://schemas.openxmlformats.org/officeDocument/2006/relationships/notesMaster" Target="/ppt/notesMasters/notesMaster1.xml" Id="Ra24b62f775f840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584cbf25994c56" /><Relationship Type="http://schemas.openxmlformats.org/officeDocument/2006/relationships/notesMaster" Target="/ppt/notesMasters/notesMaster1.xml" Id="Rb5e30ae86f584c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b5e5010e7e4ed0" /><Relationship Type="http://schemas.openxmlformats.org/officeDocument/2006/relationships/notesMaster" Target="/ppt/notesMasters/notesMaster1.xml" Id="Rdd9543b75ef8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794f411d17462a" /><Relationship Type="http://schemas.openxmlformats.org/officeDocument/2006/relationships/notesMaster" Target="/ppt/notesMasters/notesMaster1.xml" Id="R13b0646e461c47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6b3bffc5524721" /><Relationship Type="http://schemas.openxmlformats.org/officeDocument/2006/relationships/notesMaster" Target="/ppt/notesMasters/notesMaster1.xml" Id="Re3733a0b1a3240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93ad82800d4870" /><Relationship Type="http://schemas.openxmlformats.org/officeDocument/2006/relationships/notesMaster" Target="/ppt/notesMasters/notesMaster1.xml" Id="R9d9101bb1b7d49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5afc853e1b48a4" /><Relationship Type="http://schemas.openxmlformats.org/officeDocument/2006/relationships/notesMaster" Target="/ppt/notesMasters/notesMaster1.xml" Id="R255522428a704c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0555a5f4404df5" /><Relationship Type="http://schemas.openxmlformats.org/officeDocument/2006/relationships/notesMaster" Target="/ppt/notesMasters/notesMaster1.xml" Id="R52871a42eff74b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c525ce0aae4db4" /><Relationship Type="http://schemas.openxmlformats.org/officeDocument/2006/relationships/notesMaster" Target="/ppt/notesMasters/notesMaster1.xml" Id="Rd648e7ab63454d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3c4c7bb39d4f33" /><Relationship Type="http://schemas.openxmlformats.org/officeDocument/2006/relationships/notesMaster" Target="/ppt/notesMasters/notesMaster1.xml" Id="Ra3ef8abbe17e47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01c20599a14dd9" /><Relationship Type="http://schemas.openxmlformats.org/officeDocument/2006/relationships/notesMaster" Target="/ppt/notesMasters/notesMaster1.xml" Id="Ra765509df3ad49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930e5fa72a4728" /><Relationship Type="http://schemas.openxmlformats.org/officeDocument/2006/relationships/notesMaster" Target="/ppt/notesMasters/notesMaster1.xml" Id="R4bd7f8fc020046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68347bb2ee45bf" /><Relationship Type="http://schemas.openxmlformats.org/officeDocument/2006/relationships/notesMaster" Target="/ppt/notesMasters/notesMaster1.xml" Id="R946d043d45cd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a7102557cd4fda" /><Relationship Type="http://schemas.openxmlformats.org/officeDocument/2006/relationships/notesMaster" Target="/ppt/notesMasters/notesMaster1.xml" Id="R9732745e0f4f4e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2d571941b74ec3" /><Relationship Type="http://schemas.openxmlformats.org/officeDocument/2006/relationships/notesMaster" Target="/ppt/notesMasters/notesMaster1.xml" Id="Rea42798ffac445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b2405988d04749" /><Relationship Type="http://schemas.openxmlformats.org/officeDocument/2006/relationships/notesMaster" Target="/ppt/notesMasters/notesMaster1.xml" Id="R6385a8e1eb1741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0e8fce90e74342" /><Relationship Type="http://schemas.openxmlformats.org/officeDocument/2006/relationships/notesMaster" Target="/ppt/notesMasters/notesMaster1.xml" Id="R399c5b87b59042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a77d097a66463a" /><Relationship Type="http://schemas.openxmlformats.org/officeDocument/2006/relationships/notesMaster" Target="/ppt/notesMasters/notesMaster1.xml" Id="Rc0fb8f362e2942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60b7dd48f546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6ab1e5075e4ea3" /><Relationship Type="http://schemas.openxmlformats.org/officeDocument/2006/relationships/slideLayout" Target="/ppt/slideLayouts/slideLayout1.xml" Id="R64407013f36544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407013f36544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12f26d77e74b88" /><Relationship Type="http://schemas.openxmlformats.org/officeDocument/2006/relationships/image" Target="/ppt/media/image.png" Id="R3a30042a573944b2" /><Relationship Type="http://schemas.openxmlformats.org/officeDocument/2006/relationships/notesSlide" Target="/ppt/notesSlides/notesSlide1.xml" Id="Rc61d21a327ca4a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bd456162be4119" /><Relationship Type="http://schemas.openxmlformats.org/officeDocument/2006/relationships/image" Target="/ppt/media/image.jpeg" Id="R626062114bca4a94" /><Relationship Type="http://schemas.openxmlformats.org/officeDocument/2006/relationships/notesSlide" Target="/ppt/notesSlides/notesSlide2.xml" Id="R8e14b8cdba1c48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7ac62fde2483c" /><Relationship Type="http://schemas.openxmlformats.org/officeDocument/2006/relationships/image" Target="/ppt/media/image2.png" Id="R92c1ffa83ffb4a1d" /><Relationship Type="http://schemas.openxmlformats.org/officeDocument/2006/relationships/notesSlide" Target="/ppt/notesSlides/notesSlide3.xml" Id="R02384cdb4f8148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2e1b54fc5240a9" /><Relationship Type="http://schemas.openxmlformats.org/officeDocument/2006/relationships/notesSlide" Target="/ppt/notesSlides/notesSlide4.xml" Id="Rbcf5c4c1ccf144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afdca4fffc4a2c" /><Relationship Type="http://schemas.openxmlformats.org/officeDocument/2006/relationships/image" Target="/ppt/media/image2.jpeg" Id="Reb48289e45554452" /><Relationship Type="http://schemas.openxmlformats.org/officeDocument/2006/relationships/notesSlide" Target="/ppt/notesSlides/notesSlide5.xml" Id="R140765f984654d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941d169165442f" /><Relationship Type="http://schemas.openxmlformats.org/officeDocument/2006/relationships/image" Target="/ppt/media/image3.jpeg" Id="Rede3c3f97af84995" /><Relationship Type="http://schemas.openxmlformats.org/officeDocument/2006/relationships/image" Target="/ppt/media/image3.png" Id="R50faa997713d461c" /><Relationship Type="http://schemas.openxmlformats.org/officeDocument/2006/relationships/image" Target="/ppt/media/image4.jpeg" Id="R05fa473e6e644d40" /><Relationship Type="http://schemas.openxmlformats.org/officeDocument/2006/relationships/image" Target="/ppt/media/image4.png" Id="R3280d047018d47c6" /><Relationship Type="http://schemas.openxmlformats.org/officeDocument/2006/relationships/notesSlide" Target="/ppt/notesSlides/notesSlide6.xml" Id="Rdd993097d28a49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703b347d2742d8" /><Relationship Type="http://schemas.openxmlformats.org/officeDocument/2006/relationships/image" Target="/ppt/media/image5.png" Id="Re4dd9f7491e64f88" /><Relationship Type="http://schemas.openxmlformats.org/officeDocument/2006/relationships/notesSlide" Target="/ppt/notesSlides/notesSlide7.xml" Id="R6ca83b2e47e241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ab7fe4afd7426d" /><Relationship Type="http://schemas.openxmlformats.org/officeDocument/2006/relationships/notesSlide" Target="/ppt/notesSlides/notesSlide8.xml" Id="R0b5ba3f4bed841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851374532d4a8d" /><Relationship Type="http://schemas.openxmlformats.org/officeDocument/2006/relationships/image" Target="/ppt/media/image6.png" Id="R21342e66b4ad41e4" /><Relationship Type="http://schemas.openxmlformats.org/officeDocument/2006/relationships/notesSlide" Target="/ppt/notesSlides/notesSlide9.xml" Id="R8cc59c759f8d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ab4690b6b04866" /><Relationship Type="http://schemas.openxmlformats.org/officeDocument/2006/relationships/image" Target="/ppt/media/image7.png" Id="R9a6338e9e3f64f54" /><Relationship Type="http://schemas.openxmlformats.org/officeDocument/2006/relationships/image" Target="/ppt/media/image8.png" Id="R15edc325606b4de6" /><Relationship Type="http://schemas.openxmlformats.org/officeDocument/2006/relationships/notesSlide" Target="/ppt/notesSlides/notesSlide10.xml" Id="R9a922ea1efe54f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96931840f941f6" /><Relationship Type="http://schemas.openxmlformats.org/officeDocument/2006/relationships/chart" Target="/ppt/slides/charts/chart1.xml" Id="R8cd353ce0f954943" /><Relationship Type="http://schemas.openxmlformats.org/officeDocument/2006/relationships/notesSlide" Target="/ppt/notesSlides/notesSlide11.xml" Id="R4ab1edbe56e14a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e207afd3bf4caa" /><Relationship Type="http://schemas.openxmlformats.org/officeDocument/2006/relationships/chart" Target="/ppt/slides/charts/chart2.xml" Id="R88fce9e20c2d4f85" /><Relationship Type="http://schemas.openxmlformats.org/officeDocument/2006/relationships/notesSlide" Target="/ppt/notesSlides/notesSlide12.xml" Id="R11749f1edd5a4f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14357c36c1420d" /><Relationship Type="http://schemas.openxmlformats.org/officeDocument/2006/relationships/image" Target="/ppt/media/image9.png" Id="R0e32d6d2ed634a54" /><Relationship Type="http://schemas.openxmlformats.org/officeDocument/2006/relationships/notesSlide" Target="/ppt/notesSlides/notesSlide13.xml" Id="Rbd496fcba08247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e48ab71beb4b12" /><Relationship Type="http://schemas.openxmlformats.org/officeDocument/2006/relationships/image" Target="/ppt/media/image10.png" Id="Rde104e394aaa4db3" /><Relationship Type="http://schemas.openxmlformats.org/officeDocument/2006/relationships/notesSlide" Target="/ppt/notesSlides/notesSlide14.xml" Id="R5c410372a01f4f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d8b479e4a54659" /><Relationship Type="http://schemas.openxmlformats.org/officeDocument/2006/relationships/notesSlide" Target="/ppt/notesSlides/notesSlide15.xml" Id="R03a43ba25fdb42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6c2a048e1a470e" /><Relationship Type="http://schemas.openxmlformats.org/officeDocument/2006/relationships/notesSlide" Target="/ppt/notesSlides/notesSlide16.xml" Id="Rfdd6ab209ebe49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31d36eb4f04261" /><Relationship Type="http://schemas.openxmlformats.org/officeDocument/2006/relationships/notesSlide" Target="/ppt/notesSlides/notesSlide17.xml" Id="R0656194aefc44d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d1601b8e9344ba" /><Relationship Type="http://schemas.openxmlformats.org/officeDocument/2006/relationships/notesSlide" Target="/ppt/notesSlides/notesSlide18.xml" Id="Rfcf3b93195be4d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5a5c990f4174f04" /><Relationship Type="http://schemas.openxmlformats.org/officeDocument/2006/relationships/image" Target="/ppt/media/image11.png" Id="Rfd61087b725c4ad8" /><Relationship Type="http://schemas.openxmlformats.org/officeDocument/2006/relationships/notesSlide" Target="/ppt/notesSlides/notesSlide19.xml" Id="Rf7f556473a5e448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a30042a573944b2"/>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1890CF5C-3D05-43CD-B28B-C5A74B4EB007}"/>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E03525-71A9-4913-A860-E9B04ADC5964}"/>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91276F-32D8-477B-8B4A-6BA2B74F961E}"/>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7DE8B9A6-64E8-4B59-800D-0EA44A92E068}"/>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6A476E0A-2030-4437-BA03-CE9A01739B3D}"/>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E0D48E29-4327-4F8F-8D08-B8955BE6B17B}"/>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F6867B75-CB7E-4C29-803E-22D6E5090E20}"/>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EB68BC-7310-4069-9E64-7B52D286E11F}"/>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921B1718-29B7-4AA2-AC87-DF95C4A93B56}"/>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741C946B-4AD0-493E-BB3E-F1C0B1E2D2C4}"/>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1370108552"/>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BEAE80A-DB82-4B4C-97C9-8EE7B3D17A1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7D4D9FE-2FF8-4802-9DDB-640491EDCF0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A7A14AC0-5452-4904-A5ED-1F7B51B1354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06C9AB-DE98-463A-867A-FC5C9B60F61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5F0161B-2FC7-444A-9891-1D0CA176419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26062114bca4a94"/>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F84B126B-A381-4395-B410-D47B7419D213}"/>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A991180D-2C86-4B1D-B1C9-E4414A4913C0}"/>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D4490640-60C6-4B0C-9577-1F015AAC67B4}"/>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84CE06-A84E-4BE8-893E-2F38EFF59815}"/>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CD0DC118-4375-47A3-972F-FFCD712AA0BE}"/>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7E39EF-58E2-421D-8885-38ECB7B5650D}"/>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70B3B2EA-95D9-471D-B990-0140A3BCFDAD}"/>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1437323-2D3B-414D-9402-03E0CC59D7B6}"/>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10F3EF00-1D54-457C-8469-BBCE5AD870C1}"/>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C22192-2D4B-4A0E-882A-60E0CF155596}"/>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703C0CD2-FE40-4907-863A-2AC4BD9E1969}"/>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4EA1F7B4-0086-425C-8F7F-3C9054B86728}"/>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410438196"/>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2278AB-5A35-4275-81E2-60F23DF9496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D4E1F35-062E-4B90-ABB0-F1C8A3F5B57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15FBB3AB-A600-4933-B736-3E587F8C066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C52AD3-C4B1-4165-A0DC-7083702604A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DA3E2DE-98A2-4436-ABD8-16688B68336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2c1ffa83ffb4a1d"/>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0D339D6C-D998-4082-9313-1A5126EF39C9}"/>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1B6E6DDC-97BB-4780-A7DD-A6ADA491B94E}"/>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A2B68C-48C9-4C2A-A6FA-F17DC3D7B727}"/>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2CDDCF66-3E20-4622-A80F-9909485D6388}"/>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B52156-B7F7-49D0-9651-044C649F6636}"/>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99CEDDB4-DF27-41BD-A73B-74E027586C3C}"/>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89010A-6DAB-47CF-BF8F-43EADFF6D65B}"/>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41BE7C2E-A626-417E-8454-D7549954B388}"/>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FCCB40-BEB4-496F-B951-CB23D26C47E6}"/>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067BED19-4173-4704-86EE-B8038D288242}"/>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F9EE96-B136-414C-9218-FF0842F7A8A2}"/>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7017B548-D47F-40B3-AF4E-E5304E0C9FE3}"/>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9A38E8-BCAD-4AB7-82AE-84608F1BD266}"/>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3C4BDE21-A31B-4E04-9900-4D1225E37CC8}"/>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699538113"/>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A9999E4-7F00-4CDB-9EB4-D550A0859B3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E3E3C30-AD7E-43ED-AB71-6BC27702955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122036A6-DF87-4EDF-A3B3-3551D6F22B76}"/>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B30E95-551D-4EEF-830A-70D3078CD82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B04C4F44-26E5-4452-BA3E-395A356F086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2ABBAE8F-A490-4EE4-BDEE-ED4AA5E2DD0B}"/>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5E5B1EF3-518A-46C0-BF9E-03D4EEEF2952}"/>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0678F06A-8456-4D92-9CDF-B07CD1B04F12}"/>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40C23FC9-84A3-429B-8E0D-7889503C13E4}"/>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9622EBB-3378-4557-B780-434FCF3E3383}"/>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138D953A-A6CD-433C-BC8C-793149831225}"/>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3ED1F9D9-9EAF-4EEC-A54F-3454195873E5}"/>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793F2CAD-62E0-42B9-93D5-DCB8E0F900AB}"/>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64AD5ED-7A00-4652-B34C-237E1006E954}"/>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04176B71-3FA7-4819-8600-572A0FEF5B35}"/>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694CF55D-A310-43E7-916A-6603D41FAC31}"/>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01D40BF8-C361-4AA7-B644-157E5FC68F08}"/>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5A4D22-0338-4676-8AEE-86F05E2B4945}"/>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BBFB437-378D-43EE-ADB0-E069BD531DBA}"/>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3904A0B6-E440-4431-B1D6-281D5E343E32}"/>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356D72C0-2831-46FA-8F6F-A8927545B72F}"/>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545FBC-F01E-4F39-84B8-E08A8C1F02D0}"/>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CFD859D-860A-4534-80B6-FDFCDCF26AFD}"/>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2A4822BC-26BF-46CE-B468-E40245190768}"/>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965796625"/>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0DADC3-689F-4D4B-8B13-F135B5C96B6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E8B450D-C150-4DB5-8E0A-2E36E762043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78A8C79F-A822-4AC8-9263-4A52DBC70BD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52A9B1-F869-4B8E-A34D-F4F5DAD505B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1843D26-66A5-47C2-93EA-C1CA7303899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b48289e45554452"/>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C58354A7-531C-412A-9112-40A75CC2BCF0}"/>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C1046249-7853-4CF6-A809-D1C47D2B8E57}"/>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4A8DD822-ADDE-4C47-9286-F0DE0B49761A}"/>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766450B6-21AF-4B6C-BBF1-B6B3A4C3EA8E}"/>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07F94343-EF08-4CC4-9E1E-77FC4910A7EF}"/>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C6606632-C694-454D-B531-1E2D91917B1D}"/>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15485F82-8BCD-41F9-B7E7-8CC0EE6B7A7F}"/>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8B976A4B-3153-4776-AD5B-3F3425525FA5}"/>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327F4B7D-1A3C-41E7-B4A8-8C248887E97F}"/>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059EED0A-F264-4556-8A8C-BD9203B07E36}"/>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003FCE-F213-4990-8ADA-BB87B3DB1FD2}"/>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190507059"/>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CBBC9B-0AEC-45D7-A653-E509D44CF92E}"/>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1D4DB35-CC57-4169-B065-CC95AEAAFB6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E9AFD3C2-41F5-4571-BB16-2B9E01D3D2B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673AA6-0D22-4635-BF50-4C5F6474AB9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3B44DE6-CCE8-4CDD-9546-B77E686AD61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de3c3f97af84995"/>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E16E189E-7A31-48CF-9C79-30CA726065B5}"/>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2A79CBBD-1466-412A-AF4D-B5C93F488C3C}"/>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F6A86F61-E71B-4F24-8D45-31B62F7C88D9}"/>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0faa997713d461c"/>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5598F296-AD9C-4B2E-970B-1DE1DE806E88}"/>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57C5E1A1-3760-49A6-8E46-855ADCCFFB91}"/>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C3426653-5198-4052-8199-3C7FE909F6A6}"/>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5fa473e6e644d40"/>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4FE19FEC-3B8E-4790-BC91-F9F9B722BA29}"/>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3F0026BE-7A8E-4300-A7FF-93BA65E03C7C}"/>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17E30687-320B-4741-8CAA-121ADE64EC21}"/>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280d047018d47c6"/>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D5B06F4C-B633-4F5A-9829-182D80694FED}"/>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6346DDC8-31E1-49F0-9B18-FA5F649AB408}"/>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4BBFB8AE-A0A7-4C0D-B46A-BC4AA9909E18}"/>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AD53F91D-DF7F-4EF8-8682-DC74E661E7EA}"/>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740919718"/>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95DC6C6-4413-4569-8912-4CBEB0ED4C6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97DC867-1A57-46A1-911D-18CD77E724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247B3FBD-5828-44E4-9AC0-6CD3DB5855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6B8725-2A8F-4718-9BE1-425967165C0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3140DFA-B7FB-46D5-8AC4-8E4D31758AC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4dd9f7491e64f88"/>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9D5943CA-31F2-4199-B86C-149B5AB385F5}"/>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A12052-AE8E-4739-AE18-8701261129AC}"/>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sp>
        <p:nvSpPr>
          <p:cNvPr id="9" name="">
            <a:extLst xmlns:a="http://schemas.openxmlformats.org/drawingml/2006/main">
              <a:ext uri="{FF2B5EF4-FFF2-40B4-BE49-F238E27FC236}">
                <a16:creationId xmlns:a16="http://schemas.microsoft.com/office/drawing/2014/main" id="{35590068-5524-4374-B00C-55AD398E8101}"/>
              </a:ext>
            </a:extLst>
          </p:cNvPr>
          <p:cNvSpPr>
            <a:spLocks xmlns:a="http://schemas.openxmlformats.org/drawingml/2006/main" noGrp="1"/>
          </p:cNvSpPr>
          <p:nvPr/>
        </p:nvSpPr>
        <p:spPr>
          <a:xfrm xmlns:a="http://schemas.openxmlformats.org/drawingml/2006/main">
            <a:off x="7772400" y="19812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F5F8FC"/>
                </a:solidFill>
                <a:latin typeface="Avenir Next"/>
                <a:ea typeface="Avenir Next"/>
                <a:cs typeface="Avenir Next"/>
              </a:defRPr>
            </a:pPr>
            <a:r>
              <a:rPr sz="2025" b="1">
                <a:solidFill>
                  <a:srgbClr val="F5F8FC"/>
                </a:solidFill>
                <a:latin typeface="Avenir Next"/>
                <a:ea typeface="Avenir Next"/>
                <a:cs typeface="Avenir Next"/>
              </a:rPr>
              <a:t>T(t) = Tenv + (T₀ − Tenv)e⁻ᵏᵗ</a:t>
            </a:r>
          </a:p>
        </p:txBody>
      </p:sp>
      <p:sp>
        <p:nvSpPr>
          <p:cNvPr id="10" name="">
            <a:extLst xmlns:a="http://schemas.openxmlformats.org/drawingml/2006/main">
              <a:ext uri="{FF2B5EF4-FFF2-40B4-BE49-F238E27FC236}">
                <a16:creationId xmlns:a16="http://schemas.microsoft.com/office/drawing/2014/main" id="{EF5461C7-89EF-4C4B-81B8-BD3D3EF78E67}"/>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72A3708B-DED4-4CEB-A669-927D481E2589}"/>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1B32B8CE-950F-4A9D-8A2B-587EA9F13019}"/>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C4FFAD34-2DAF-4F4C-B384-E8409FCCC433}"/>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BE97643F-6777-41BD-BAA7-DE2883D1EFDB}"/>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F4DA5CC9-0868-421E-8C48-29CA13F8591D}"/>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84E27F2C-2682-4986-B154-47CCEB6684CC}"/>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3C623804-7952-4C44-A00D-EA97BC3082DB}"/>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F1A7D455-9FDB-41E8-9274-8283BD6901E7}"/>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B6BD43FD-3F07-49F4-B63D-512B916DABF6}"/>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564969110"/>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A1C5FE8-AA2C-4146-8240-02D8E36D784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07CD9B4C-C658-4515-A587-ADB9708D896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CBEAFD81-7D6A-43E3-B147-9C8346ED762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5A94C8-B9ED-4CE1-A628-B6222429429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90C76F1-D90E-4F30-81B1-EDB991A15FD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5F6E67C4-19FB-4A77-B7BF-6787AF4B31E3}"/>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241D2FC5-D68C-4A72-B5C6-4FAABE9EF3F2}"/>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89B35A66-3016-4908-8D53-6D3B9CB3D3C9}"/>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C1B4DEA6-5FAE-4F15-AAC0-17889E3129F3}"/>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7F05FF-BFED-4EA0-9F96-140C9CAB39AA}"/>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D8728CD-EC88-4F34-8EB5-62D7B2F82A7D}"/>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D8C45C46-37DC-446B-91D4-355EF4D7F81C}"/>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E973FE7C-22CC-46C0-ACFC-ED828BBCF4EB}"/>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9E4D84-9527-4BCF-8AEA-02A6E41EFF6A}"/>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2E50C725-7BFD-4793-9504-A80F0EF06338}"/>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1A15459E-FE56-47DE-B44F-676E64EB9311}"/>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D65D57AB-4B76-4434-8324-2AE528605AA1}"/>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8081E7-8DF2-4E8A-8066-86872BCB57CB}"/>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C0742FC8-4884-4190-81E4-F3A644248220}"/>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FFDD1A4F-E5BC-4895-82F6-AD4A658769B4}"/>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CF873754-4482-492D-8AE1-2876D34C96B0}"/>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089EC1F-A177-426F-B29D-12747F4FD289}"/>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4F3A179D-6F2A-45A4-97C2-6149FAE89F8E}"/>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36E344-B2E2-45FD-A930-BECB9930FD27}"/>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355E88A7-F31E-45E6-9CD0-0CF788E3699C}"/>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6DC49F7-9A30-489D-9FF1-FCCA6F1AC8C9}"/>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F0E0D7F6-9B82-4FB3-8EC2-0E1BD755DD43}"/>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D527E7-7CEC-404F-84FA-A0A678F09A53}"/>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E5C8DA22-33DD-44E7-A90F-9E53BF17F4C9}"/>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0F11244A-3A77-4D76-A5AA-D940962AC9AE}"/>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77CAB425-9015-4CE8-BBAB-00F820A1BA62}"/>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2D165EB-883F-48AC-8E18-2C70959AD4CD}"/>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ED7CB80D-393B-45BF-B4A1-1C1595A19CA4}"/>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0B3A289-25BD-4CE2-851B-CA9DA0F7E904}"/>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BB184BD0-0074-4D40-A631-603160E17EFD}"/>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D7F90E4-F55D-402D-BC49-75E23A243FB6}"/>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4494E558-6CF9-4492-80FD-A4C9B840AC84}"/>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49B0CE4-A8FF-4997-AC7D-DAFEA040314A}"/>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1753198539"/>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E987AF-D26D-4745-A2FD-4C63146AB78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F3BDD1B-FE6F-48BF-B11D-3C43E77886E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BD0E6C55-6736-41FF-A57D-62161E993EE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FE1CFC-DFB4-4393-9AF7-4B849F258CE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B4B2AE90-8C2F-466B-93C5-5CAFADFC8FC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1342e66b4ad41e4"/>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D19B0100-E7DB-4753-970A-2A95B952F517}"/>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15735F94-4EF2-4646-BFE6-088283963D30}"/>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D2931B06-45A0-4454-8F29-3EE7CC06B1AA}"/>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751E714C-24FC-47B8-B74E-4D815BBB004D}"/>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BEF48F04-EFBB-44EA-86F3-85482A4BF53A}"/>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069F2B24-C17A-4E98-92E9-2DFA8B624327}"/>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48A3EB7F-5801-4E76-895A-BA135151618E}"/>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C24FE45B-3B1D-4ECA-BD32-7743753E37EF}"/>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FA0D6145-D142-4363-97B8-18B03B1D0153}"/>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828F3927-C884-4C2C-B592-BCA1905C9AC9}"/>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8BD22C50-4ACD-4510-9A62-AF1E66C1C894}"/>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F14D1836-43B0-4B1F-83A4-D19F3B9E1BDA}"/>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E7DFDE74-2C99-428A-A74E-9E3D4F754277}"/>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405054883"/>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B14E854-C558-40E8-AD4B-F7DFF1C2F03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89FFE119-AAF0-41E7-ADE7-FC02A25ACF9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89429BDD-5392-41EA-9B78-8F701A50FC6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49929A-5C63-4D59-BA37-7CF0A460D03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680ADAC-3F6C-4DDB-9253-144BD4FC594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a6338e9e3f64f54"/>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5edc325606b4de6"/>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3D6BFC1-6503-4D59-8B96-2C25EFB20098}"/>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81AD3BB0-7178-404D-B740-336C2FA33CF0}"/>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28CF5D35-D461-4B22-B2FF-379DBF26C9DC}"/>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CE36F6A7-0EB5-4AA2-87D8-D118AD0618C6}"/>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9307A315-736E-4E98-B4B7-0E199F4E78AA}"/>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7D6CF083-8419-4769-A4B8-63F7314B3CDA}"/>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3E9741E8-6C89-4108-9751-9A757B67E92E}"/>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BF14CC34-CEA5-4108-8566-5AA12352D85C}"/>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533D9B53-AB4A-409A-AE74-4E054AF77478}"/>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692555304"/>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963E584-B3BE-4ACA-8B3B-A34DFB06ED8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5B2ED5D-B435-4E2E-B223-AC2D02446F1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276A511B-F79C-4C9B-AE9E-8DE0233789E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BECD65-D854-4EA1-96BF-BB62D88AEB5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47CCF804-FA45-4BF6-B184-C2797C79725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8cd353ce0f954943"/>
          </a:graphicData>
        </a:graphic>
      </p:graphicFrame>
      <p:sp>
        <p:nvSpPr>
          <p:cNvPr id="7" name="">
            <a:extLst xmlns:a="http://schemas.openxmlformats.org/drawingml/2006/main">
              <a:ext uri="{FF2B5EF4-FFF2-40B4-BE49-F238E27FC236}">
                <a16:creationId xmlns:a16="http://schemas.microsoft.com/office/drawing/2014/main" id="{F5569176-C6F3-4873-8B87-05C45C863A19}"/>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1F03B1C0-B71F-41AD-B515-2855AB049E20}"/>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4AE99797-E2CC-490B-B16D-FB728FE7A72D}"/>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4BDD5300-AC56-4B44-8B45-33DA4BCDF64F}"/>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A61A89-98E8-4096-93E5-22ECABF1D656}"/>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CDDC6D00-3B61-4869-9AAE-09B5C80F212A}"/>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C35624AB-A04A-41C9-B878-E7D4EF1C26A8}"/>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58E75E4-F5C8-402E-B73C-261ABC03D8F3}"/>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67E88CD1-DBC2-4DA1-A265-68EE47FE128D}"/>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78248E88-499D-4302-8E2B-5EA83D0826FB}"/>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3FD023-C52E-4CD2-A8AB-85629788C124}"/>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96D8EBB4-066D-4F1E-AC7B-B3A16CCF137E}"/>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E903AF9C-C3AE-44C6-8BC4-103A88E677D4}"/>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2AEC5A3-066E-4660-9B60-10E9B9CE4796}"/>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761507490"/>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1D4E9B-A3BE-4A12-A995-7A2FA101229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365A951-1724-4B7B-B06C-8853FA5B995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550857CB-5973-40BA-B496-5445BC1AF0B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376740-1E3D-42A3-84B3-651D6A2769A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519BFE2C-BE38-4B61-B3B4-9F34916A570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88fce9e20c2d4f85"/>
          </a:graphicData>
        </a:graphic>
      </p:graphicFrame>
      <p:sp>
        <p:nvSpPr>
          <p:cNvPr id="7" name="">
            <a:extLst xmlns:a="http://schemas.openxmlformats.org/drawingml/2006/main">
              <a:ext uri="{FF2B5EF4-FFF2-40B4-BE49-F238E27FC236}">
                <a16:creationId xmlns:a16="http://schemas.microsoft.com/office/drawing/2014/main" id="{D3F832ED-F679-48C3-B1BF-DD5483B052D7}"/>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8ECE38C4-8399-4104-997C-FC329B0128E2}"/>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60876C70-FF00-4306-8F41-776F7DF3E2F1}"/>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0CFFE6D5-366A-44F6-9FF5-207E5B8F41B5}"/>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084F52E-967C-44C8-844E-61AF1842279A}"/>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17DAFA2F-3B9A-4E4C-A98C-99E1D7687480}"/>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58F7F65B-1441-4F68-B775-1B4C58CFDA00}"/>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7E58687A-1CEA-4A7E-A2FC-9471DD370F55}"/>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81E049-FF00-41A1-B16B-843A97FD5079}"/>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FDA6C8A5-4BE5-4A6D-A8CE-52B997E2A679}"/>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70313B19-CD7F-4420-90A1-5C806374DD1B}"/>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A5ECD19B-C280-4ECE-80F9-5863F915848E}"/>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CF7FDCB-E712-43AC-87BE-90F4615118A5}"/>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F3CFD119-1D83-432D-A8DE-A758461B5FCF}"/>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74DCB416-F9D3-4933-BB82-38BA7EB30271}"/>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FFF8D65B-CFA1-4771-8E5E-058048D4B344}"/>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33B92CB-E92F-4052-8A41-BA16609D6DE5}"/>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0D7A036-60D5-44D9-B03B-192C0A33E214}"/>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787640526"/>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4681E0-0A1D-4703-9E23-BF82FC0C6E1E}"/>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AF3CB228-01D4-4EB6-98B0-0EC07AF85E1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59D78A52-A359-437D-BFA4-37BED1688A5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7DE8AB-5D96-4229-9637-1EEDADE6048C}"/>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52B70F8-BA86-43C8-8F76-DE6937B814B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e32d6d2ed634a54"/>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78CB768D-5789-4A04-B5C6-8F8A2D1EFE57}"/>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6BDE3426-2563-4CDF-945F-0A6F24B79A67}"/>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906643-32D6-4F96-B8BD-BF2A320CDD6B}"/>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EAF4B05C-C399-4833-893B-D8AA9FAFBD01}"/>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2DFCA0-36F5-4E30-9866-6C1083F3E13C}"/>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FE61A7FB-EC22-4C32-9CB2-E6007AB7FE3D}"/>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18B591-9BC8-4C9A-9570-49D3EEF0F459}"/>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8AE0BC94-B2EA-4E01-8D15-F1E100FD4D5C}"/>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437C4D48-DEE4-4433-86F7-8BED83CDB3B6}"/>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87ADD05-4506-4D64-84A9-10854B6360E0}"/>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E4C54560-070D-4C8D-9468-580C7871C830}"/>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BC1957E-B8B8-4BA6-8BAC-6FF86AF53947}"/>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C2FC6363-F78F-49BD-A60E-299203BAF6FA}"/>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9451E7-8B07-4C68-9F87-F51C9AFBBE74}"/>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6F9DF60E-B4D2-40DE-8844-9DDA257F9DEC}"/>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79D8F7"/>
                </a:solidFill>
                <a:latin typeface="Avenir Next"/>
                <a:ea typeface="Avenir Next"/>
                <a:cs typeface="Avenir Next"/>
              </a:defRPr>
            </a:pPr>
            <a:r>
              <a:rPr sz="1275"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1772762579"/>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1920B1-89B4-4E76-8BE7-B08EB0F688A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6CCAEFE-F55A-4297-BDF2-D663E629121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202B2F27-FDDD-4510-8727-9E548F07196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044D6E-6B1D-498F-9822-20F8E539397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AC35D30-C196-4AEB-9559-11C55A3752F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e104e394aaa4db3"/>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89761E31-639F-471C-91D2-69B8FFE7FAD9}"/>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E12C548F-4562-4D24-93D6-CA3E8BB82D52}"/>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0F583985-B8F9-457A-8432-6627467DE62F}"/>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4E2124-F73B-4CCD-B889-96E8C9DC81C4}"/>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8A9817BE-2F25-458A-981F-8A4304364DE0}"/>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6C3953-572B-490C-B461-7F98E4EF2F64}"/>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102EA594-573E-454F-8EC9-6F4E9618A00E}"/>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6AE26A1-614A-4532-8D0E-1192BAC8580F}"/>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84B18374-07A2-49EC-BB66-36143761B197}"/>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1A06A4-FA45-4769-B62E-B5FFD3F7490A}"/>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55359130-6894-48E9-A03C-825423505E72}"/>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517EFE08-DA42-4CA8-8791-C03768095539}"/>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AD835CF5-2BC3-4963-813A-CBEE6A101833}"/>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AF027229-79EC-468A-BA6C-9E22BABF1F76}"/>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1CF1ED93-745A-41E8-BA3B-6EFC0718E547}"/>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799089617"/>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ED3CA8-B902-4003-B692-AC422341F35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79BBA8B4-95DB-43A0-8A6C-0701CC2232D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1D073B74-CFC2-42D5-AA7F-70D3716783F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5989CA-E36B-4D40-A952-0F17B25A6AA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A9C5733-4D6A-4C16-ACF5-39F532C454D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068EAB77-8E5B-4CDB-A3F8-37AF5C53078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63233163"/>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9946E43-85A2-47C3-96E5-245094CC147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44D0AC86-DC07-4342-9D95-EDCC8201F45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720F47F4-FD75-4D68-82DE-F539F7D44EC3}"/>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64BB7C-CBDE-43AD-A7C0-CF9D4E14CDC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467DD410-78B8-4368-A131-D6710D79BFA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142A9885-F65D-4DCE-B636-C12739E843A7}"/>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18D2915-E776-4629-AFC9-D2FDDF912C23}"/>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A9BB7831-D53E-411C-8247-0E9F4A1AC27C}"/>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4BB6D3-8ECF-4BF3-B390-F66423FD073A}"/>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5871213A-0257-40F7-B9CC-908407F3A17A}"/>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26C1F37A-3C56-4BBF-8DFE-A6C4C8E61574}"/>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448B81-CA53-4A45-A062-C1EEDE8544A8}"/>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918880D8-A4C3-4BEA-8BB4-0CD290808EFE}"/>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EB7EB633-8D4B-4075-AAD1-249C2247E345}"/>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F81360-14D8-45D5-85B6-E2BA031BBB35}"/>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3CEF3EBE-6EA1-43EE-95E9-938EDC72F68D}"/>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E8D9722F-9EA4-48B1-BCEE-D7496304611C}"/>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4A76BD4-5F39-4497-99D5-7C3CBD32E884}"/>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20B66C17-D24E-4E46-BD8B-D62155650401}"/>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0B2B66AF-F66E-48EF-B283-C6F083F4877D}"/>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005904-BDCE-43FA-BFB7-3B1D6FD18D80}"/>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87EB56F5-F3BE-49A0-88E9-33E252C83084}"/>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E302C685-5BCC-4FB0-9A3B-CFA692B3CB42}"/>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98FEEB-0651-433E-B192-36925699A192}"/>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D85C57C4-C843-40E9-A857-F48AED39C02A}"/>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898604B3-B95A-4D10-A63F-B7D6BCBEFA76}"/>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522AA22-3DDA-40E2-B95B-F6AC758C0370}"/>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5D4BB19F-1E3F-4DD3-9BF8-60A10C61E05C}"/>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24E64C82-4D36-44E1-AEDF-1DAE43ABCDB9}"/>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DDE4017-4D96-40E4-A8CA-3BD763B94413}"/>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D065F755-FB3A-475E-B569-01928B894A91}"/>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D32EEE7C-7D9C-4B98-AD2A-C434AF1404E2}"/>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0DA772A-A1F4-443D-BF2D-671AAB85FF1A}"/>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9EF5EADD-D07F-4916-8526-D703ED82773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AA2B7374-754A-45BC-A142-7E975D3BBF1B}"/>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FF71374-D323-489B-B3D6-6CC5647EAC83}"/>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0D5008A5-A082-4ED5-8166-AE238B1C178A}"/>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0A3C7F25-EB41-416F-AA9F-58FD989C01FF}"/>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3BA3ACD-0394-4D4B-8A71-C320A56217E8}"/>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EEFE8C1-FBBD-40CA-B457-54224A17B59A}"/>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B481B8D7-B774-4E8B-B291-F450193EAB94}"/>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330302464"/>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BC5B3A-793D-4908-9DB4-32A666B1FAC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160804DD-AFB7-47FB-AABB-4FF64A3BDCEC}"/>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107712A9-555E-44E3-AD63-8E4ABD94593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E50F5B-2D61-4114-AAA1-514C342F505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27026E0-AFA1-4797-ACF8-AF19C9832E0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17</a:t>
            </a:r>
          </a:p>
        </p:txBody>
      </p:sp>
      <p:graphicFrame>
        <p:nvGraphicFramePr>
          <p:cNvPr id="12"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75665">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974370440"/>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FCCD4C8-EE75-4933-8531-EF12D15BCD1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167003FA-2199-4969-9685-19115B23EFD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7E8FA08D-00F5-45E3-AC62-B3251A30B4E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F56E7A-40BF-4013-858A-D41B3EC4153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EB78857-46FE-40C9-AC5E-CA156D669B3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DEEBC3F4-978A-4790-A945-CEA6F5BE60DD}"/>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sp>
        <p:nvSpPr>
          <p:cNvPr id="7" name="">
            <a:extLst xmlns:a="http://schemas.openxmlformats.org/drawingml/2006/main">
              <a:ext uri="{FF2B5EF4-FFF2-40B4-BE49-F238E27FC236}">
                <a16:creationId xmlns:a16="http://schemas.microsoft.com/office/drawing/2014/main" id="{20F9FA20-B2EA-4B9D-905F-AFDD364CE79B}"/>
              </a:ext>
            </a:extLst>
          </p:cNvPr>
          <p:cNvSpPr>
            <a:spLocks xmlns:a="http://schemas.openxmlformats.org/drawingml/2006/main" noGrp="1"/>
          </p:cNvSpPr>
          <p:nvPr/>
        </p:nvSpPr>
        <p:spPr>
          <a:xfrm xmlns:a="http://schemas.openxmlformats.org/drawingml/2006/main">
            <a:off x="3143250" y="140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Residualᵢ = Tmeasured,ᵢ − Tmodel,ᵢ</a:t>
            </a:r>
          </a:p>
        </p:txBody>
      </p:sp>
      <p:sp>
        <p:nvSpPr>
          <p:cNvPr id="8" name="">
            <a:extLst xmlns:a="http://schemas.openxmlformats.org/drawingml/2006/main">
              <a:ext uri="{FF2B5EF4-FFF2-40B4-BE49-F238E27FC236}">
                <a16:creationId xmlns:a16="http://schemas.microsoft.com/office/drawing/2014/main" id="{B5F4BBFE-E861-4E43-80C8-F15891900E55}"/>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E312B498-BD0B-40D6-ADEA-3AC2F935669B}"/>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4A51A7-A0C9-42DA-986C-B9BB0B00E057}"/>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sp>
        <p:nvSpPr>
          <p:cNvPr id="11" name="">
            <a:extLst xmlns:a="http://schemas.openxmlformats.org/drawingml/2006/main">
              <a:ext uri="{FF2B5EF4-FFF2-40B4-BE49-F238E27FC236}">
                <a16:creationId xmlns:a16="http://schemas.microsoft.com/office/drawing/2014/main" id="{17556C7C-9F2B-492F-A27A-DA0BD77E1313}"/>
              </a:ext>
            </a:extLst>
          </p:cNvPr>
          <p:cNvSpPr>
            <a:spLocks xmlns:a="http://schemas.openxmlformats.org/drawingml/2006/main" noGrp="1"/>
          </p:cNvSpPr>
          <p:nvPr/>
        </p:nvSpPr>
        <p:spPr>
          <a:xfrm xmlns:a="http://schemas.openxmlformats.org/drawingml/2006/main">
            <a:off x="3143250" y="2476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MAE = (1/n) Σ |Residualᵢ|</a:t>
            </a:r>
          </a:p>
        </p:txBody>
      </p:sp>
      <p:sp>
        <p:nvSpPr>
          <p:cNvPr id="12" name="">
            <a:extLst xmlns:a="http://schemas.openxmlformats.org/drawingml/2006/main">
              <a:ext uri="{FF2B5EF4-FFF2-40B4-BE49-F238E27FC236}">
                <a16:creationId xmlns:a16="http://schemas.microsoft.com/office/drawing/2014/main" id="{FC0F932E-B43E-4471-AFBB-F4386BFD2B87}"/>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2182DF6A-E4C7-4DE2-91CC-13E7685A3133}"/>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535327A-5B3D-4D34-B3D4-757D91900EE0}"/>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sp>
        <p:nvSpPr>
          <p:cNvPr id="15" name="">
            <a:extLst xmlns:a="http://schemas.openxmlformats.org/drawingml/2006/main">
              <a:ext uri="{FF2B5EF4-FFF2-40B4-BE49-F238E27FC236}">
                <a16:creationId xmlns:a16="http://schemas.microsoft.com/office/drawing/2014/main" id="{8157059C-F52B-4989-9D89-2FA83372866E}"/>
              </a:ext>
            </a:extLst>
          </p:cNvPr>
          <p:cNvSpPr>
            <a:spLocks xmlns:a="http://schemas.openxmlformats.org/drawingml/2006/main" noGrp="1"/>
          </p:cNvSpPr>
          <p:nvPr/>
        </p:nvSpPr>
        <p:spPr>
          <a:xfrm xmlns:a="http://schemas.openxmlformats.org/drawingml/2006/main">
            <a:off x="3143250" y="3543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k = −ln[(T(t) − Tenv)/(T₀ − Tenv)] / t</a:t>
            </a:r>
          </a:p>
        </p:txBody>
      </p:sp>
      <p:sp>
        <p:nvSpPr>
          <p:cNvPr id="16" name="">
            <a:extLst xmlns:a="http://schemas.openxmlformats.org/drawingml/2006/main">
              <a:ext uri="{FF2B5EF4-FFF2-40B4-BE49-F238E27FC236}">
                <a16:creationId xmlns:a16="http://schemas.microsoft.com/office/drawing/2014/main" id="{55E81E81-5CFA-47E2-871A-782F26109F85}"/>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4F8B791F-A17F-4663-A89A-373CD0AFB90D}"/>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48ADB6E-BA5D-4D01-BA14-071549FAA588}"/>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sp>
        <p:nvSpPr>
          <p:cNvPr id="19" name="">
            <a:extLst xmlns:a="http://schemas.openxmlformats.org/drawingml/2006/main">
              <a:ext uri="{FF2B5EF4-FFF2-40B4-BE49-F238E27FC236}">
                <a16:creationId xmlns:a16="http://schemas.microsoft.com/office/drawing/2014/main" id="{1CBC18BC-719E-4B9D-810E-BA2C9E863DEA}"/>
              </a:ext>
            </a:extLst>
          </p:cNvPr>
          <p:cNvSpPr>
            <a:spLocks xmlns:a="http://schemas.openxmlformats.org/drawingml/2006/main" noGrp="1"/>
          </p:cNvSpPr>
          <p:nvPr/>
        </p:nvSpPr>
        <p:spPr>
          <a:xfrm xmlns:a="http://schemas.openxmlformats.org/drawingml/2006/main">
            <a:off x="3143250" y="4610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(T₁₅ − Tref)/(T₀ − Tref) × 100%</a:t>
            </a:r>
          </a:p>
        </p:txBody>
      </p:sp>
      <p:sp>
        <p:nvSpPr>
          <p:cNvPr id="20" name="">
            <a:extLst xmlns:a="http://schemas.openxmlformats.org/drawingml/2006/main">
              <a:ext uri="{FF2B5EF4-FFF2-40B4-BE49-F238E27FC236}">
                <a16:creationId xmlns:a16="http://schemas.microsoft.com/office/drawing/2014/main" id="{9B67DB51-2A3D-46D5-83C4-FA17824D8359}"/>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5D94B17F-9D48-4A79-9535-0CE65EE494C2}"/>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28EB19B-DE1A-4798-BA2E-CC29FDC742F4}"/>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083CA8-748E-43DD-A06E-A81111BBAC1E}"/>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569337360"/>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EF3EE2-8778-465E-8F7C-00A267A2359E}"/>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6ECAE2E0-53AD-40D9-B759-F21E1F38095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2B743C14-24C5-4615-81E6-B5E7B163EEEF}"/>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B470F1-836E-4A24-9722-E53440A7213A}"/>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9FCF6C3-B3A3-46D9-9D47-700C3BFA549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d61087b725c4ad8"/>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9AA9DF77-D7DC-4A69-B8E0-B454A8542ECD}"/>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A5670B03-D9E8-426A-83B3-21E73AD133C7}"/>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40D189-1E38-423C-9C82-986B886B1AB4}"/>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78BE3D79-BAFE-43B1-91B9-EABAC97A69F3}"/>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381B9A-6BDD-4D87-A056-D06FD654EED0}"/>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2F0FCAB7-29A5-4CE1-91DA-467595EB251F}"/>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9F9AC7-BE1C-4221-9355-4F92E09EC229}"/>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C95FF864-4AB6-44E6-A0F3-D7254E8A663C}"/>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97D698F-5F52-44A2-A3B4-079219E1B996}"/>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F00E89A8-3E1D-43B6-930A-DC6B05E8164D}"/>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AC2EE9A-B665-4945-AA2B-383E7A5AB2DF}"/>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23C663FD-704E-4C6D-9810-42951B53FC3B}"/>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28FF70D-9E63-4549-B37D-0B9D0D0F78A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3068D9A9-BC3D-4FE0-BF33-F46640D774CD}"/>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283777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2026-09-09T08:39:08.7200000Z</dcterms:created>
  <dcterms:modified xsi:type="dcterms:W3CDTF">2026-09-09T08:39:08.7200000Z</dcterms:modified>
</coreProperties>
</file>