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141208eb2a484d" /><Relationship Type="http://schemas.openxmlformats.org/officeDocument/2006/relationships/extended-properties" Target="/docProps/app.xml" Id="Rb319e4d112f44e77" /><Relationship Type="http://schemas.openxmlformats.org/officeDocument/2006/relationships/officeDocument" Target="/ppt/presentation.xml" Id="R221b9e1bbdf94598" /></Relationships>
</file>

<file path=ppt/presentation.xml><?xml version="1.0" encoding="utf-8"?>
<p:presentation xmlns:p="http://schemas.openxmlformats.org/presentationml/2006/main">
  <p:sldMasterIdLst>
    <p:sldMasterId xmlns:r="http://schemas.openxmlformats.org/officeDocument/2006/relationships" id="2147483648" r:id="R4cdb756cd8ed4dca"/>
  </p:sldMasterIdLst>
  <p:notesMasterIdLst>
    <p:notesMasterId xmlns:r="http://schemas.openxmlformats.org/officeDocument/2006/relationships" r:id="R546e0dd286a64956"/>
  </p:notesMasterIdLst>
  <p:sldIdLst>
    <p:sldId xmlns:r="http://schemas.openxmlformats.org/officeDocument/2006/relationships" id="256" r:id="R3c969ab6068f4401"/>
    <p:sldId xmlns:r="http://schemas.openxmlformats.org/officeDocument/2006/relationships" id="257" r:id="R0fece86e8a684e6c"/>
    <p:sldId xmlns:r="http://schemas.openxmlformats.org/officeDocument/2006/relationships" id="258" r:id="R88d0d09e5ca947cb"/>
    <p:sldId xmlns:r="http://schemas.openxmlformats.org/officeDocument/2006/relationships" id="259" r:id="R5157918c44ef4bd2"/>
    <p:sldId xmlns:r="http://schemas.openxmlformats.org/officeDocument/2006/relationships" id="260" r:id="R9c35c92948924c28"/>
    <p:sldId xmlns:r="http://schemas.openxmlformats.org/officeDocument/2006/relationships" id="261" r:id="R8fd2919e54354c8f"/>
    <p:sldId xmlns:r="http://schemas.openxmlformats.org/officeDocument/2006/relationships" id="262" r:id="Rc4b3d36742f44d7f"/>
    <p:sldId xmlns:r="http://schemas.openxmlformats.org/officeDocument/2006/relationships" id="263" r:id="Rb35453bc30e44039"/>
    <p:sldId xmlns:r="http://schemas.openxmlformats.org/officeDocument/2006/relationships" id="264" r:id="Re6e42f5201a94f23"/>
    <p:sldId xmlns:r="http://schemas.openxmlformats.org/officeDocument/2006/relationships" id="265" r:id="R7bd5ae67f9704816"/>
    <p:sldId xmlns:r="http://schemas.openxmlformats.org/officeDocument/2006/relationships" id="266" r:id="Rf4e2b8fce40940ae"/>
    <p:sldId xmlns:r="http://schemas.openxmlformats.org/officeDocument/2006/relationships" id="267" r:id="R28b200f2d9534f43"/>
    <p:sldId xmlns:r="http://schemas.openxmlformats.org/officeDocument/2006/relationships" id="268" r:id="Raf2e1cf6b53a4448"/>
    <p:sldId xmlns:r="http://schemas.openxmlformats.org/officeDocument/2006/relationships" id="269" r:id="Rbbcb58b15113401c"/>
    <p:sldId xmlns:r="http://schemas.openxmlformats.org/officeDocument/2006/relationships" id="270" r:id="Rfc75d91552ad48b4"/>
    <p:sldId xmlns:r="http://schemas.openxmlformats.org/officeDocument/2006/relationships" id="271" r:id="R27ea8b08d124449f"/>
    <p:sldId xmlns:r="http://schemas.openxmlformats.org/officeDocument/2006/relationships" id="272" r:id="R6c22ca9dfc9843c9"/>
    <p:sldId xmlns:r="http://schemas.openxmlformats.org/officeDocument/2006/relationships" id="273" r:id="Rb8e440b7d829438e"/>
    <p:sldId xmlns:r="http://schemas.openxmlformats.org/officeDocument/2006/relationships" id="274" r:id="Re0ed59ae86b248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b33a5ec63f4e98" /><Relationship Type="http://schemas.openxmlformats.org/officeDocument/2006/relationships/slideMaster" Target="/ppt/slideMasters/slideMaster1.xml" Id="R4cdb756cd8ed4dca" /><Relationship Type="http://schemas.openxmlformats.org/officeDocument/2006/relationships/notesMaster" Target="/ppt/notesMasters/notesMaster1.xml" Id="R546e0dd286a64956" /><Relationship Type="http://schemas.openxmlformats.org/officeDocument/2006/relationships/presProps" Target="/ppt/presProps.xml" Id="Raac586ef30774769" /><Relationship Type="http://schemas.openxmlformats.org/officeDocument/2006/relationships/tableStyles" Target="/ppt/tableStyles.xml" Id="R62c2f6a36b2a4c4b" /><Relationship Type="http://schemas.openxmlformats.org/officeDocument/2006/relationships/slide" Target="/ppt/slides/slide1.xml" Id="R3c969ab6068f4401" /><Relationship Type="http://schemas.openxmlformats.org/officeDocument/2006/relationships/slide" Target="/ppt/slides/slide2.xml" Id="R0fece86e8a684e6c" /><Relationship Type="http://schemas.openxmlformats.org/officeDocument/2006/relationships/slide" Target="/ppt/slides/slide3.xml" Id="R88d0d09e5ca947cb" /><Relationship Type="http://schemas.openxmlformats.org/officeDocument/2006/relationships/slide" Target="/ppt/slides/slide4.xml" Id="R5157918c44ef4bd2" /><Relationship Type="http://schemas.openxmlformats.org/officeDocument/2006/relationships/slide" Target="/ppt/slides/slide5.xml" Id="R9c35c92948924c28" /><Relationship Type="http://schemas.openxmlformats.org/officeDocument/2006/relationships/slide" Target="/ppt/slides/slide6.xml" Id="R8fd2919e54354c8f" /><Relationship Type="http://schemas.openxmlformats.org/officeDocument/2006/relationships/slide" Target="/ppt/slides/slide7.xml" Id="Rc4b3d36742f44d7f" /><Relationship Type="http://schemas.openxmlformats.org/officeDocument/2006/relationships/slide" Target="/ppt/slides/slide8.xml" Id="Rb35453bc30e44039" /><Relationship Type="http://schemas.openxmlformats.org/officeDocument/2006/relationships/slide" Target="/ppt/slides/slide9.xml" Id="Re6e42f5201a94f23" /><Relationship Type="http://schemas.openxmlformats.org/officeDocument/2006/relationships/slide" Target="/ppt/slides/slide10.xml" Id="R7bd5ae67f9704816" /><Relationship Type="http://schemas.openxmlformats.org/officeDocument/2006/relationships/slide" Target="/ppt/slides/slide11.xml" Id="Rf4e2b8fce40940ae" /><Relationship Type="http://schemas.openxmlformats.org/officeDocument/2006/relationships/slide" Target="/ppt/slides/slide12.xml" Id="R28b200f2d9534f43" /><Relationship Type="http://schemas.openxmlformats.org/officeDocument/2006/relationships/slide" Target="/ppt/slides/slide13.xml" Id="Raf2e1cf6b53a4448" /><Relationship Type="http://schemas.openxmlformats.org/officeDocument/2006/relationships/slide" Target="/ppt/slides/slide14.xml" Id="Rbbcb58b15113401c" /><Relationship Type="http://schemas.openxmlformats.org/officeDocument/2006/relationships/slide" Target="/ppt/slides/slide15.xml" Id="Rfc75d91552ad48b4" /><Relationship Type="http://schemas.openxmlformats.org/officeDocument/2006/relationships/slide" Target="/ppt/slides/slide16.xml" Id="R27ea8b08d124449f" /><Relationship Type="http://schemas.openxmlformats.org/officeDocument/2006/relationships/slide" Target="/ppt/slides/slide17.xml" Id="R6c22ca9dfc9843c9" /><Relationship Type="http://schemas.openxmlformats.org/officeDocument/2006/relationships/slide" Target="/ppt/slides/slide18.xml" Id="Rb8e440b7d829438e" /><Relationship Type="http://schemas.openxmlformats.org/officeDocument/2006/relationships/slide" Target="/ppt/slides/slide19.xml" Id="Re0ed59ae86b248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645f7a83ae4e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5d258444ba4672" /><Relationship Type="http://schemas.openxmlformats.org/officeDocument/2006/relationships/notesMaster" Target="/ppt/notesMasters/notesMaster1.xml" Id="Rf0b54860b0d44a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9e909359dd45f1" /><Relationship Type="http://schemas.openxmlformats.org/officeDocument/2006/relationships/notesMaster" Target="/ppt/notesMasters/notesMaster1.xml" Id="R5667d7a951e843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6d8312c3b246e1" /><Relationship Type="http://schemas.openxmlformats.org/officeDocument/2006/relationships/notesMaster" Target="/ppt/notesMasters/notesMaster1.xml" Id="Rf6e133cc92b544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46b52c9b114685" /><Relationship Type="http://schemas.openxmlformats.org/officeDocument/2006/relationships/notesMaster" Target="/ppt/notesMasters/notesMaster1.xml" Id="R4d20e42524704c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368022e1ed4044" /><Relationship Type="http://schemas.openxmlformats.org/officeDocument/2006/relationships/notesMaster" Target="/ppt/notesMasters/notesMaster1.xml" Id="Re3a3f4b4afeb4f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55356fdf99431b" /><Relationship Type="http://schemas.openxmlformats.org/officeDocument/2006/relationships/notesMaster" Target="/ppt/notesMasters/notesMaster1.xml" Id="R55900388404d4d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b5907ae92148de" /><Relationship Type="http://schemas.openxmlformats.org/officeDocument/2006/relationships/notesMaster" Target="/ppt/notesMasters/notesMaster1.xml" Id="R7c99b49ad5664e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85fbff4dcb4b84" /><Relationship Type="http://schemas.openxmlformats.org/officeDocument/2006/relationships/notesMaster" Target="/ppt/notesMasters/notesMaster1.xml" Id="R122bafdd06284c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32852efaa544d7" /><Relationship Type="http://schemas.openxmlformats.org/officeDocument/2006/relationships/notesMaster" Target="/ppt/notesMasters/notesMaster1.xml" Id="R8f4fe13e8c7145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0e86a7323d45a2" /><Relationship Type="http://schemas.openxmlformats.org/officeDocument/2006/relationships/notesMaster" Target="/ppt/notesMasters/notesMaster1.xml" Id="Rea5a21ed272545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bdca0bacf8482c" /><Relationship Type="http://schemas.openxmlformats.org/officeDocument/2006/relationships/notesMaster" Target="/ppt/notesMasters/notesMaster1.xml" Id="R9cb745e2f99145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ae2f560198477d" /><Relationship Type="http://schemas.openxmlformats.org/officeDocument/2006/relationships/notesMaster" Target="/ppt/notesMasters/notesMaster1.xml" Id="R842889b3122348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cf41395abc40d4" /><Relationship Type="http://schemas.openxmlformats.org/officeDocument/2006/relationships/notesMaster" Target="/ppt/notesMasters/notesMaster1.xml" Id="R7f763ec0670f44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0b12932aab4045" /><Relationship Type="http://schemas.openxmlformats.org/officeDocument/2006/relationships/notesMaster" Target="/ppt/notesMasters/notesMaster1.xml" Id="R3ed1afec3b1b4b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aa6dd6cec949e1" /><Relationship Type="http://schemas.openxmlformats.org/officeDocument/2006/relationships/notesMaster" Target="/ppt/notesMasters/notesMaster1.xml" Id="R4027e2d3102440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2ce2c5e34c4f16" /><Relationship Type="http://schemas.openxmlformats.org/officeDocument/2006/relationships/notesMaster" Target="/ppt/notesMasters/notesMaster1.xml" Id="Rdd2ce35e78774e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cbc53d4d9534d9f" /><Relationship Type="http://schemas.openxmlformats.org/officeDocument/2006/relationships/notesMaster" Target="/ppt/notesMasters/notesMaster1.xml" Id="R238addb47f3b4e8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8cc2c934664563" /><Relationship Type="http://schemas.openxmlformats.org/officeDocument/2006/relationships/notesMaster" Target="/ppt/notesMasters/notesMaster1.xml" Id="R9b47354aea5d44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ad7db4879124d59" /><Relationship Type="http://schemas.openxmlformats.org/officeDocument/2006/relationships/notesMaster" Target="/ppt/notesMasters/notesMaster1.xml" Id="R99b8751f5c4649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ab0198115d44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c6772d131341cf" /><Relationship Type="http://schemas.openxmlformats.org/officeDocument/2006/relationships/slideLayout" Target="/ppt/slideLayouts/slideLayout1.xml" Id="R9588fa619fbe44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88fa619fbe44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98fac1ac7740f4" /><Relationship Type="http://schemas.openxmlformats.org/officeDocument/2006/relationships/image" Target="/ppt/media/image.png" Id="R134709e09fbf4184" /><Relationship Type="http://schemas.openxmlformats.org/officeDocument/2006/relationships/notesSlide" Target="/ppt/notesSlides/notesSlide1.xml" Id="Rade22f12b01b4d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4c19b2ef7e4d1c" /><Relationship Type="http://schemas.openxmlformats.org/officeDocument/2006/relationships/image" Target="/ppt/media/image.jpeg" Id="R88820aac61df4eda" /><Relationship Type="http://schemas.openxmlformats.org/officeDocument/2006/relationships/notesSlide" Target="/ppt/notesSlides/notesSlide2.xml" Id="R1f96176e96e74c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25315f4872469b" /><Relationship Type="http://schemas.openxmlformats.org/officeDocument/2006/relationships/image" Target="/ppt/media/image2.png" Id="R71162a267623495f" /><Relationship Type="http://schemas.openxmlformats.org/officeDocument/2006/relationships/notesSlide" Target="/ppt/notesSlides/notesSlide3.xml" Id="Rcaa466ddf3db46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d6d45ae79e4070" /><Relationship Type="http://schemas.openxmlformats.org/officeDocument/2006/relationships/notesSlide" Target="/ppt/notesSlides/notesSlide4.xml" Id="R2415741f056c46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d626912d604006" /><Relationship Type="http://schemas.openxmlformats.org/officeDocument/2006/relationships/image" Target="/ppt/media/image2.jpeg" Id="R800d2faf21e94698" /><Relationship Type="http://schemas.openxmlformats.org/officeDocument/2006/relationships/notesSlide" Target="/ppt/notesSlides/notesSlide5.xml" Id="Rb9828258c60546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1d2c8a4c2a4d35" /><Relationship Type="http://schemas.openxmlformats.org/officeDocument/2006/relationships/image" Target="/ppt/media/image3.jpeg" Id="R5e99a697b80149ee" /><Relationship Type="http://schemas.openxmlformats.org/officeDocument/2006/relationships/image" Target="/ppt/media/image3.png" Id="Re7528f5d024545f3" /><Relationship Type="http://schemas.openxmlformats.org/officeDocument/2006/relationships/image" Target="/ppt/media/image4.jpeg" Id="Rbc08bf886fc64cd0" /><Relationship Type="http://schemas.openxmlformats.org/officeDocument/2006/relationships/image" Target="/ppt/media/image4.png" Id="Rf367e8cc66734042" /><Relationship Type="http://schemas.openxmlformats.org/officeDocument/2006/relationships/notesSlide" Target="/ppt/notesSlides/notesSlide6.xml" Id="Rabb9cd36b66446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b97ec4d6ca46dc" /><Relationship Type="http://schemas.openxmlformats.org/officeDocument/2006/relationships/image" Target="/ppt/media/image5.png" Id="R0e111fbb9b57480b" /><Relationship Type="http://schemas.openxmlformats.org/officeDocument/2006/relationships/notesSlide" Target="/ppt/notesSlides/notesSlide7.xml" Id="Rc68e08f19d0347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0431f253f941fa" /><Relationship Type="http://schemas.openxmlformats.org/officeDocument/2006/relationships/notesSlide" Target="/ppt/notesSlides/notesSlide8.xml" Id="Re84ddff492984d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a86db27bfa4626" /><Relationship Type="http://schemas.openxmlformats.org/officeDocument/2006/relationships/image" Target="/ppt/media/image6.png" Id="R9b0b2d7bd2054dfb" /><Relationship Type="http://schemas.openxmlformats.org/officeDocument/2006/relationships/notesSlide" Target="/ppt/notesSlides/notesSlide9.xml" Id="R2d1c520bcbc740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74685de7334ed8" /><Relationship Type="http://schemas.openxmlformats.org/officeDocument/2006/relationships/image" Target="/ppt/media/image7.png" Id="R6aa8550bd316468b" /><Relationship Type="http://schemas.openxmlformats.org/officeDocument/2006/relationships/image" Target="/ppt/media/image8.png" Id="Rec01868b35ac4e5b" /><Relationship Type="http://schemas.openxmlformats.org/officeDocument/2006/relationships/notesSlide" Target="/ppt/notesSlides/notesSlide10.xml" Id="R4ece3ce07ffd4c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ac076848e74710" /><Relationship Type="http://schemas.openxmlformats.org/officeDocument/2006/relationships/chart" Target="/ppt/slides/charts/chart1.xml" Id="Ra274db1131204376" /><Relationship Type="http://schemas.openxmlformats.org/officeDocument/2006/relationships/notesSlide" Target="/ppt/notesSlides/notesSlide11.xml" Id="R62594fe12aaa4b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f0ece9c6f24fb2" /><Relationship Type="http://schemas.openxmlformats.org/officeDocument/2006/relationships/chart" Target="/ppt/slides/charts/chart2.xml" Id="R6af09a67186a491a" /><Relationship Type="http://schemas.openxmlformats.org/officeDocument/2006/relationships/notesSlide" Target="/ppt/notesSlides/notesSlide12.xml" Id="R0ac1dbfa520046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7493dd68e84c70" /><Relationship Type="http://schemas.openxmlformats.org/officeDocument/2006/relationships/image" Target="/ppt/media/image9.png" Id="Rf4b19bd3fb6d431c" /><Relationship Type="http://schemas.openxmlformats.org/officeDocument/2006/relationships/notesSlide" Target="/ppt/notesSlides/notesSlide13.xml" Id="Rda709cdcdfa646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9a2bf03697847be" /><Relationship Type="http://schemas.openxmlformats.org/officeDocument/2006/relationships/image" Target="/ppt/media/image10.png" Id="R243a7d1476354809" /><Relationship Type="http://schemas.openxmlformats.org/officeDocument/2006/relationships/notesSlide" Target="/ppt/notesSlides/notesSlide14.xml" Id="R2555c28db18649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f301a04fed467a" /><Relationship Type="http://schemas.openxmlformats.org/officeDocument/2006/relationships/notesSlide" Target="/ppt/notesSlides/notesSlide15.xml" Id="R2b028427230442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5cd2539cbc4b43" /><Relationship Type="http://schemas.openxmlformats.org/officeDocument/2006/relationships/notesSlide" Target="/ppt/notesSlides/notesSlide16.xml" Id="R68a9f7c22d124e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9d0fde00c364fad" /><Relationship Type="http://schemas.openxmlformats.org/officeDocument/2006/relationships/notesSlide" Target="/ppt/notesSlides/notesSlide17.xml" Id="R976ba2c29eab4c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470e3c7fb04618" /><Relationship Type="http://schemas.openxmlformats.org/officeDocument/2006/relationships/notesSlide" Target="/ppt/notesSlides/notesSlide18.xml" Id="Rf57b25d34f474a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56ddafbd9904f40" /><Relationship Type="http://schemas.openxmlformats.org/officeDocument/2006/relationships/image" Target="/ppt/media/image11.png" Id="R5028bf1663104e0d" /><Relationship Type="http://schemas.openxmlformats.org/officeDocument/2006/relationships/notesSlide" Target="/ppt/notesSlides/notesSlide19.xml" Id="R1fe7be9240bc48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F59E0B"/>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21C98A"/>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F5F8FC"/>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F59E0B"/>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34709e09fbf4184"/>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509F7490-B411-4A89-84D9-1DD9B8E235CF}"/>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22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AD3CA7-9C84-446D-A149-378A17A9E10D}"/>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0C1B3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307BB6-642B-4017-89FB-9224259FB29C}"/>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2B8F0"/>
                </a:solidFill>
                <a:latin typeface="Avenir Next"/>
                <a:ea typeface="Avenir Next"/>
                <a:cs typeface="Avenir Next"/>
              </a:defRPr>
            </a:pPr>
            <a:r>
              <a:rPr sz="1125" b="1">
                <a:solidFill>
                  <a:srgbClr val="22B8F0"/>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4B549BD1-B433-430C-8380-4954C69F319B}"/>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defRPr sz="4350" b="1">
                <a:solidFill>
                  <a:srgbClr val="F5F8FC"/>
                </a:solidFill>
                <a:latin typeface="Avenir Next"/>
                <a:ea typeface="Avenir Next"/>
                <a:cs typeface="Avenir Next"/>
              </a:defRPr>
            </a:pPr>
            <a:r>
              <a:rPr sz="4350" b="1">
                <a:solidFill>
                  <a:srgbClr val="F5F8FC"/>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63ACD96E-AC88-418E-AD28-F82967E8D3EE}"/>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79D8F7"/>
                </a:solidFill>
                <a:latin typeface="Avenir Next"/>
                <a:ea typeface="Avenir Next"/>
                <a:cs typeface="Avenir Next"/>
              </a:defRPr>
            </a:pPr>
            <a:r>
              <a:rPr sz="2700" b="1">
                <a:solidFill>
                  <a:srgbClr val="79D8F7"/>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1DA26DB9-038B-4B0F-9B5A-79FB1327FEE0}"/>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D8E4F2"/>
                </a:solidFill>
                <a:latin typeface="Avenir Next"/>
                <a:ea typeface="Avenir Next"/>
                <a:cs typeface="Avenir Next"/>
              </a:defRPr>
            </a:pPr>
            <a:r>
              <a:rPr sz="1800" b="0">
                <a:solidFill>
                  <a:srgbClr val="D8E4F2"/>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CD246F19-287E-4B87-975C-416D20264823}"/>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EEA2EF-60CF-40E6-B782-08DC00B5D5B6}"/>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164D4452-02D6-4CBD-8DBC-A2C70BB5B162}"/>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Piyath Vithanage  ·  Elio Krollpfeiffer</a:t>
            </a:r>
          </a:p>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1903E726-F242-4BB4-A107-24F12A2EBCC3}"/>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9 September 2026</a:t>
            </a:r>
          </a:p>
        </p:txBody>
      </p:sp>
    </p:spTree>
    <p:extLst>
      <p:ext uri="{BB962C8B-B14F-4D97-AF65-F5344CB8AC3E}">
        <p14:creationId xmlns:p14="http://schemas.microsoft.com/office/powerpoint/2010/main" val="93374902"/>
      </p:ext>
    </p:extLst>
  </p:cSld>
</p:sld>
</file>

<file path=ppt/slides/slide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FF01E37-ECD5-41DD-BA03-D6DF7339C32C}"/>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FD56D83C-98D6-4D34-B942-3270B42EDA54}"/>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43D253F8-AE17-4C14-A8DF-6B8FF656AFC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62AFA4-0543-4F4B-AF02-4A3DA62E6D5E}"/>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C9C878F-6CFD-4AF0-B0C5-8855DEE79C3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8820aac61df4eda"/>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C1D718E6-898D-4DA1-9C99-1509A9EA0CEA}"/>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0625CAD4-C811-4F60-B5F4-BCA8C0B4299B}"/>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defRPr sz="2325" b="1">
                <a:solidFill>
                  <a:srgbClr val="F5F8FC"/>
                </a:solidFill>
                <a:latin typeface="Avenir Next"/>
                <a:ea typeface="Avenir Next"/>
                <a:cs typeface="Avenir Next"/>
              </a:defRPr>
            </a:pPr>
            <a:r>
              <a:rPr sz="2325" b="1">
                <a:solidFill>
                  <a:srgbClr val="F5F8FC"/>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BF8B47E8-C78B-45DF-BE9C-B17021156606}"/>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73A7DE-9F97-4991-A6C3-AEF96486B0CB}"/>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2F1F274D-D974-4423-A671-1158DAA4FD3A}"/>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AB1293-C049-4D41-A7F2-D6B062330771}"/>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0F4BEB96-D905-4C43-A110-9B1AC1BFA1D8}"/>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0ACAD4F-5CC7-4BCC-A2CD-F37CAFBB0D59}"/>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8341567A-E470-4753-8B10-CB0BA70B1B8F}"/>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327725E-3601-42AA-816B-03F69D769A24}"/>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02AEBB07-C990-4997-92FC-21CAE627F07F}"/>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112744"/>
          </a:solidFill>
          <a:ln xmlns:a="http://schemas.openxmlformats.org/drawingml/2006/main" w="9525">
            <a:solidFill>
              <a:srgbClr val="294564"/>
            </a:solidFill>
            <a:prstDash val="solid"/>
          </a:ln>
        </p:spPr>
      </p:sp>
      <p:sp>
        <p:nvSpPr>
          <p:cNvPr id="18" name="">
            <a:extLst xmlns:a="http://schemas.openxmlformats.org/drawingml/2006/main">
              <a:ext uri="{FF2B5EF4-FFF2-40B4-BE49-F238E27FC236}">
                <a16:creationId xmlns:a16="http://schemas.microsoft.com/office/drawing/2014/main" id="{FF3E0517-A550-4A50-AADB-A4F9ABC086FA}"/>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416392173"/>
      </p:ext>
    </p:extLst>
  </p:cSld>
</p:sld>
</file>

<file path=ppt/slides/slide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D927B2-E63F-4363-912E-B65B8A17617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6BB96940-467F-463F-B218-94A0AE8525A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FA0EC530-2A11-4432-AF30-0CC0A4EA2DF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C818F3-44C2-45C3-891E-D495352C922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F04F48C9-CA68-4C9C-BB8F-672187B382A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1162a267623495f"/>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A5CD866F-4456-40E0-8112-FE7DBB17362F}"/>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AC7DBA2D-0185-4385-9668-AA6479F5DF77}"/>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3EA9483-E68C-4DC8-B6EF-8F82149EADD6}"/>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52D4D4BC-63F4-4A69-BF28-5196A452DC5A}"/>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923BF0-D1AE-45EF-A506-452FEC754B88}"/>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318DFF1D-F141-47AB-8E02-8A2EE0995E6A}"/>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662077-B31F-4CBA-A234-431F3BC746A6}"/>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CFF60147-9DF7-47B4-8EB6-6412282AC33A}"/>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887AB6-3C8F-421E-912B-4CE091E78B58}"/>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DE77CF1A-37F0-4D3A-94A8-172E14275E7F}"/>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156A51D-DEE6-496C-A9FF-633F21F10D9A}"/>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B0787C9D-9394-4A76-8F02-193D54FD9518}"/>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57B6A92-A7DA-4B5C-8067-1215CAC5C5D0}"/>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012FB23E-BBFF-4AEE-8F58-07F74CC547E0}"/>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66640445"/>
      </p:ext>
    </p:extLst>
  </p:cSld>
</p:sld>
</file>

<file path=ppt/slides/slide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6905D6B-CAB7-4B02-906C-CF4EE5B1C0B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85E08599-E6DF-4E92-8766-8677DB4DA10C}"/>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40BBEA0D-21E2-449E-87CD-46FB6B581AD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236CDF-6BAF-40C3-A7CE-ED26CC02F21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71F2AB3-5615-4450-8A5D-F418FE4A131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0296E037-16BF-4119-AB67-FDCB94499949}"/>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15558AC2-0BC5-4240-975A-2E7248406BEC}"/>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613D1B51-159C-48A8-994F-7A0709B8663A}"/>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DFD8CDE4-8EBC-45A5-A40D-D5DB0D983B09}"/>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8BF145-657C-4471-BDFC-F1CDE678F4B1}"/>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C8362987-6B9C-41E3-9C24-4C8D2D627BA4}"/>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C5D01F63-9A9E-4507-B96A-FC1F02B56A50}"/>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71EEEEFD-2D2D-4D48-8CB0-35275492466B}"/>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1E7C510-11D1-49F7-90D0-FEACD513AE0B}"/>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9724C8A5-9222-4E8F-924F-0AA472F10435}"/>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993771DE-E240-4431-93E2-316A4AEC3345}"/>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A1B3690F-A447-4504-BBB4-4A951147F3B0}"/>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CA75B9B-7F07-45EC-88AA-2BD4BA9884E9}"/>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580C7130-D988-4D97-B31A-342C079D69BF}"/>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5A04CD6A-277B-4C75-99DA-BFC488B6D391}"/>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AC24DB9D-6C72-433D-8BD7-DC6D6B48CAE9}"/>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43E8684-B416-46EF-9183-79F7A87C7B49}"/>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2D9C0B5-94BC-4944-9E48-81CABE1A7866}"/>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E0B"/>
                </a:solidFill>
                <a:latin typeface="Avenir Next"/>
                <a:ea typeface="Avenir Next"/>
                <a:cs typeface="Avenir Next"/>
              </a:defRPr>
            </a:pPr>
            <a:r>
              <a:rPr sz="1275" b="1">
                <a:solidFill>
                  <a:srgbClr val="F59E0B"/>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C945D78C-6C6E-4E26-A584-89708BC53826}"/>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0">
                <a:solidFill>
                  <a:srgbClr val="F5F8FC"/>
                </a:solidFill>
                <a:latin typeface="Avenir Next"/>
                <a:ea typeface="Avenir Next"/>
                <a:cs typeface="Avenir Next"/>
              </a:defRPr>
            </a:pPr>
            <a:r>
              <a:rPr sz="1425" b="0">
                <a:solidFill>
                  <a:srgbClr val="F5F8FC"/>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1969726171"/>
      </p:ext>
    </p:extLst>
  </p:cSld>
</p:sld>
</file>

<file path=ppt/slides/slide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5BB82BD-56C4-4095-AD11-1D3EFF78C8F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1C5F26E8-38A8-42D0-B5C5-F211D07AF27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6EE80B6C-77BC-476D-B9FF-C9CF233730E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81284B-535A-43B3-9867-52EE78BBC6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24C4011-8640-48DA-9F05-F716F45B433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00d2faf21e94698"/>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C8CF1959-142B-4A5D-8C81-ABC28EBE6640}"/>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B74DB5F7-D651-43C8-8965-4E4FEEF56D88}"/>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AAE3B37A-CFE8-4B6E-B632-E68377475F40}"/>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FB6EAA28-AC3D-443E-A917-F4A2939E1D52}"/>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67DD0334-BDA7-48AB-B9DF-0D9A125D7483}"/>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283ED8B0-C32F-4F71-AAF6-F4980E6A7763}"/>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30235AD2-DD88-44C1-919E-14CC657EB370}"/>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C1DB2117-CCF6-4A26-A47C-1A1C5358502E}"/>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E2642F37-5DEE-4D99-83E7-1F71D8EE67B0}"/>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27BBE92E-D121-4687-BD78-E7F4018E2FE1}"/>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11274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B2AE713-111D-480D-992E-82D2E68A260B}"/>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1279308661"/>
      </p:ext>
    </p:extLst>
  </p:cSld>
</p:sld>
</file>

<file path=ppt/slides/slide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9EB44A2-D879-4FB7-9BB3-344DB8694A3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32C15F4-D287-4D0F-9BAC-F85A6B4E565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9C3E69E9-4F11-4185-AABC-8C8E0526D3C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535153-64A1-4DFE-B033-A55F496B41C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6DAA1B50-FCAC-4C44-A3E2-FE7BCF48E0A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06</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e99a697b80149ee"/>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0B4DF677-03CE-47F4-A851-2EBE9E6B4BF1}"/>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20AA9C86-925E-49A1-9B8B-9388BB14A61C}"/>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DEF5336E-BC2F-47FE-997C-B0198AA8CFE9}"/>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Reference heat loss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7528f5d024545f3"/>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3C5FFC13-0F4E-4769-9538-71BF11BFDA7A}"/>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C9F07B94-8CED-47F8-A5E1-B1BB596DFC83}"/>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324C41D2-1696-43A7-BD24-D8F4F919C9B1}"/>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Trapped air cells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c08bf886fc64cd0"/>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6C6E87DC-97A9-4D48-AEA2-D72AE65B455C}"/>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3EAF35FB-93A1-4B1F-8401-CCE092CD238F}"/>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2FD50BF0-ADB4-4BD4-9D8C-FF65702C7BF0}"/>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Reflective layer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367e8cc66734042"/>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9586A2AA-91DA-4D4A-B69D-24A8B145D399}"/>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0DEF6C53-97EC-4B5E-9533-A19C20049280}"/>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1C98A"/>
                </a:solidFill>
                <a:latin typeface="Avenir Next"/>
                <a:ea typeface="Avenir Next"/>
                <a:cs typeface="Avenir Next"/>
              </a:defRPr>
            </a:pPr>
            <a:r>
              <a:rPr sz="1275" b="1">
                <a:solidFill>
                  <a:srgbClr val="21C98A"/>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A9349EA6-06F1-4494-8C30-30218B97F026}"/>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423DF56F-4814-4F3D-A45D-192B3367F3F7}"/>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i="1">
                <a:solidFill>
                  <a:srgbClr val="F59E0B"/>
                </a:solidFill>
                <a:latin typeface="Avenir Next"/>
                <a:ea typeface="Avenir Next"/>
                <a:cs typeface="Avenir Next"/>
              </a:defRPr>
            </a:pPr>
            <a:r>
              <a:rPr sz="1350" b="0" i="1">
                <a:solidFill>
                  <a:srgbClr val="F59E0B"/>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56735604"/>
      </p:ext>
    </p:extLst>
  </p:cSld>
</p:sld>
</file>

<file path=ppt/slides/slide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83BA984-3332-49EC-BA76-3939E75B4A4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54FBD04-C2C9-46D3-BDF8-90A7B913EDD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6F8DD918-0E7F-4865-B553-5BB84DF44CFF}"/>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F0A353-8943-4E5B-8E44-C8673204B0EA}"/>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E84261EF-DA03-4DBF-A753-410B2D94822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07</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e111fbb9b57480b"/>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50CA4D86-B9D0-4AAC-AA38-4B308F37AB0B}"/>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9EB347-81A5-480F-B296-7828C55480A0}"/>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sp>
        <p:nvSpPr>
          <p:cNvPr id="9" name="">
            <a:extLst xmlns:a="http://schemas.openxmlformats.org/drawingml/2006/main">
              <a:ext uri="{FF2B5EF4-FFF2-40B4-BE49-F238E27FC236}">
                <a16:creationId xmlns:a16="http://schemas.microsoft.com/office/drawing/2014/main" id="{E9A816E5-9D56-427C-918D-BACC6D055C65}"/>
              </a:ext>
            </a:extLst>
          </p:cNvPr>
          <p:cNvSpPr>
            <a:spLocks xmlns:a="http://schemas.openxmlformats.org/drawingml/2006/main" noGrp="1"/>
          </p:cNvSpPr>
          <p:nvPr/>
        </p:nvSpPr>
        <p:spPr>
          <a:xfrm xmlns:a="http://schemas.openxmlformats.org/drawingml/2006/main">
            <a:off x="7772400" y="198120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F5F8FC"/>
                </a:solidFill>
                <a:latin typeface="Avenir Next"/>
                <a:ea typeface="Avenir Next"/>
                <a:cs typeface="Avenir Next"/>
              </a:defRPr>
            </a:pPr>
            <a:r>
              <a:rPr sz="2025" b="1">
                <a:solidFill>
                  <a:srgbClr val="F5F8FC"/>
                </a:solidFill>
                <a:latin typeface="Avenir Next"/>
                <a:ea typeface="Avenir Next"/>
                <a:cs typeface="Avenir Next"/>
              </a:rPr>
              <a:t>T(t) = Tenv + (T₀ − Tenv)e⁻ᵏᵗ</a:t>
            </a:r>
          </a:p>
        </p:txBody>
      </p:sp>
      <p:sp>
        <p:nvSpPr>
          <p:cNvPr id="10" name="">
            <a:extLst xmlns:a="http://schemas.openxmlformats.org/drawingml/2006/main">
              <a:ext uri="{FF2B5EF4-FFF2-40B4-BE49-F238E27FC236}">
                <a16:creationId xmlns:a16="http://schemas.microsoft.com/office/drawing/2014/main" id="{E7F46969-3CAB-49E2-ABD5-67C404EC43AF}"/>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622B601C-3CE7-436E-9DE0-F7C2B921DB94}"/>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A357BE84-9A56-44B2-87B2-E1E5E66B4458}"/>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64F7436A-4EAD-4CA3-845B-CE1D2788B8B1}"/>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05EFD1D9-4997-4F61-B290-AB144C46D729}"/>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2B8F0"/>
                </a:solidFill>
                <a:latin typeface="Avenir Next"/>
                <a:ea typeface="Avenir Next"/>
                <a:cs typeface="Avenir Next"/>
              </a:defRPr>
            </a:pPr>
            <a:r>
              <a:rPr sz="1200" b="1">
                <a:solidFill>
                  <a:srgbClr val="22B8F0"/>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1A01CDD9-25B5-446B-8A24-E31D436F59DD}"/>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2A275C88-07ED-4A38-B83A-5E9D3DEEB616}"/>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E6F8DF3A-9562-4432-B864-74A5321FED59}"/>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1C98A"/>
                </a:solidFill>
                <a:latin typeface="Avenir Next"/>
                <a:ea typeface="Avenir Next"/>
                <a:cs typeface="Avenir Next"/>
              </a:defRPr>
            </a:pPr>
            <a:r>
              <a:rPr sz="1200" b="1">
                <a:solidFill>
                  <a:srgbClr val="21C98A"/>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8EF4D9F0-2112-43B2-8BC5-C1E7B1274E98}"/>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1AA3803E-D321-4F78-B7EA-0496DC4A3333}"/>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Mylar reduces radiative exchange</a:t>
            </a:r>
          </a:p>
        </p:txBody>
      </p:sp>
    </p:spTree>
    <p:extLst>
      <p:ext uri="{BB962C8B-B14F-4D97-AF65-F5344CB8AC3E}">
        <p14:creationId xmlns:p14="http://schemas.microsoft.com/office/powerpoint/2010/main" val="310000570"/>
      </p:ext>
    </p:extLst>
  </p:cSld>
</p:sld>
</file>

<file path=ppt/slides/slide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528DDD7-8CA1-4100-8075-F24E9D04958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299F0C5-8455-4F46-9446-81E4AE2943E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12565D3F-9A5F-40AA-BACE-E32754ECB0B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2B47B1-0FA3-4BCD-BD03-05D47B351E8E}"/>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6F170CA8-975F-4880-A2F7-A38EC67D4CD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50464C1B-599D-4784-A25E-F9BB948945A7}"/>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A7F85B88-9EB9-4709-A8F7-3DEAA30265FF}"/>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35B2A66F-F4DA-4DF3-AEDB-CD7C2A4CC279}"/>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BB98F5B4-F856-4817-A94E-18809F9A1AF1}"/>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E50B2C-1020-4077-B3FF-9CDB5837DB16}"/>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CB08A519-975F-40EF-B2D0-61164501089A}"/>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2AB5AEDD-A7CD-448D-9400-82743024FBFD}"/>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1B242D65-F8D7-4D52-9EA2-48103570B946}"/>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E154C90-562E-45CE-B2F1-293443029064}"/>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6528A20A-6F25-4FC4-8336-F559BB0B4DBD}"/>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9BCFCDF0-7D00-404E-81B0-7514A6AE14D7}"/>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1E7C87C3-5C5E-4142-9A2A-D8A524BA03EC}"/>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0C204C4-6605-4044-9817-42D892E8E252}"/>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E8EEE532-3412-4B24-BC4C-73AAF53BCD6C}"/>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C6DC7B97-1234-472A-B010-7B2684588F52}"/>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834EDB12-582C-4EF3-95FE-E5250F2BA4F4}"/>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5496BCE-46D1-45BF-B4E9-44FCAD434EE4}"/>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F59E0B"/>
                </a:solidFill>
                <a:latin typeface="Avenir Next"/>
                <a:ea typeface="Avenir Next"/>
                <a:cs typeface="Avenir Next"/>
              </a:defRPr>
            </a:pPr>
            <a:r>
              <a:rPr sz="1125" b="1">
                <a:solidFill>
                  <a:srgbClr val="F59E0B"/>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05EABCBA-8A8B-4D9B-BBE6-11E9D6612AA1}"/>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0AF9789-E0D2-4FAA-A4A6-F46B3113448F}"/>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414A295F-C02D-4597-A7EB-8868AAF9764D}"/>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5BE1A93-107A-4EE2-B1E9-31E96A0638AB}"/>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DD1D8AC1-98B8-48B1-BDA2-952D24A138EE}"/>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03BA3C9-9E96-48B2-BF54-C050DB17CB61}"/>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1473221F-2786-4F57-8FE9-3A684033FEFA}"/>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112744"/>
          </a:solidFill>
          <a:ln xmlns:a="http://schemas.openxmlformats.org/drawingml/2006/main" w="9525">
            <a:solidFill>
              <a:srgbClr val="F05252"/>
            </a:solidFill>
            <a:prstDash val="solid"/>
          </a:ln>
        </p:spPr>
      </p:sp>
      <p:sp>
        <p:nvSpPr>
          <p:cNvPr id="30" name="">
            <a:extLst xmlns:a="http://schemas.openxmlformats.org/drawingml/2006/main">
              <a:ext uri="{FF2B5EF4-FFF2-40B4-BE49-F238E27FC236}">
                <a16:creationId xmlns:a16="http://schemas.microsoft.com/office/drawing/2014/main" id="{8E23FAB7-9161-44F6-BAF8-9FD188B99FA9}"/>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5252"/>
                </a:solidFill>
                <a:latin typeface="Avenir Next"/>
                <a:ea typeface="Avenir Next"/>
                <a:cs typeface="Avenir Next"/>
              </a:defRPr>
            </a:pPr>
            <a:r>
              <a:rPr sz="1500" b="1">
                <a:solidFill>
                  <a:srgbClr val="F05252"/>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1BC5DE92-261A-4142-B0BF-11553B26E24B}"/>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DB2B619-3C4B-40C4-AD74-AB4762CB55DC}"/>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6723A079-2369-423C-A66E-97D411DFF584}"/>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54E1DCA-83F5-4E3C-B7C1-034138301563}"/>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D42785D8-438F-41FA-A010-3E1410573509}"/>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71809F9-6062-4902-9167-4A07CF83B2B1}"/>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E0FB2656-695D-48C4-AE8F-F30D62AB044E}"/>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C942299-79E5-4EC1-AF1B-0D34E419CE5D}"/>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1585737886"/>
      </p:ext>
    </p:extLst>
  </p:cSld>
</p:sld>
</file>

<file path=ppt/slides/slide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A1F96D-BC3D-42B3-9EE0-98F8D1AED94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6D72729F-28E4-400B-AFA4-7C8A20D77142}"/>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19775E92-C798-42F3-858A-2E44F428FFF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37298D-FD52-4CAF-8553-BA042DB1422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1162122-6588-4C25-9EF6-F2B029F235C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b0b2d7bd2054dfb"/>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59B472EE-4540-4C04-9036-3B968A68328A}"/>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4E6D4B24-49AC-4C39-A5A4-9025C9E7B7D1}"/>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7B030778-FC3D-4B1D-833C-0A4D0FFD0B78}"/>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F2E6FF13-F84E-4466-BB6D-C5DB5C4F4F7A}"/>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9C11151E-F156-4C52-8176-0948B4CC8E0F}"/>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1DBE6284-10D0-4EF8-81D1-6E1E0B26339B}"/>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5CF6DE3D-9742-4245-860E-4BC7050EF801}"/>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7D371E18-DCF1-40A5-961F-3626E4380A93}"/>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E4E8FB4F-6D3A-434E-A4B8-91727526E1A1}"/>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ACA9AB83-97BF-4341-B785-6CEBD91D319D}"/>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50574CBC-427A-4459-8DD1-EC0586D33B4D}"/>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F3F4A7A2-CA6C-4DBC-94FC-2B6D7BC75C13}"/>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78BA1FA8-7486-4032-AFAF-A62852FBFB20}"/>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964975850"/>
      </p:ext>
    </p:extLst>
  </p:cSld>
</p:sld>
</file>

<file path=ppt/slides/slide10.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1C0382-687E-43FF-9F11-0748E6E70A1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679A7B32-203C-40CE-9815-3EBFA135687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A901A8F0-1F16-4FE2-851F-EFB238A10BA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3B14E3-043D-4BAC-996B-16DEE23F87DC}"/>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661F4FCB-3DB5-4327-B7DE-802B8D85836D}"/>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aa8550bd316468b"/>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c01868b35ac4e5b"/>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6DA3CEBC-B333-4213-B48B-2B29C9C361C3}"/>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1522406D-80F5-45BA-9A83-2AF9988F6F30}"/>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17ED47AA-1DDC-4D52-BCD0-DD7340AD8446}"/>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1FB448AC-1FB6-4F76-B391-33398E6E4629}"/>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2FDBBF04-E58D-4BBD-9D47-5C830EAEBEB0}"/>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63AC95C2-1C05-4C20-B14F-EF72C5EE813D}"/>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872494FB-C8A3-4426-82B2-A975738546CD}"/>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B0BF21D6-DE97-41A1-BC5D-789C65FD11A6}"/>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52C227D8-FFD6-429F-915E-56F106A3EBF7}"/>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520679407"/>
      </p:ext>
    </p:extLst>
  </p:cSld>
</p:sld>
</file>

<file path=ppt/slides/slide1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BE48312-67E8-4D9E-BD35-B07E49B6F73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6C020CAC-2B65-4B05-AAF7-92C132EA3AA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D915AD83-2BD6-4BF4-9C13-A565BEDE38A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B5CB25-F4D4-4DB2-A738-492612DAC0B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1EAB463E-92CC-4AE4-887C-671E2ED238E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11</a:t>
            </a:r>
          </a:p>
        </p:txBody>
      </p:sp>
      <p:graphicFrame>
        <p:nvGraphicFramePr>
          <p:cNvPr id="26"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a274db1131204376"/>
          </a:graphicData>
        </a:graphic>
      </p:graphicFrame>
      <p:sp>
        <p:nvSpPr>
          <p:cNvPr id="7" name="">
            <a:extLst xmlns:a="http://schemas.openxmlformats.org/drawingml/2006/main">
              <a:ext uri="{FF2B5EF4-FFF2-40B4-BE49-F238E27FC236}">
                <a16:creationId xmlns:a16="http://schemas.microsoft.com/office/drawing/2014/main" id="{6A6CDE35-0357-4648-BC5F-F69023BAB41F}"/>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6CC21D84-E4DA-42F4-8B37-EF30D40716D6}"/>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05252"/>
                </a:solidFill>
                <a:latin typeface="Avenir Next"/>
                <a:ea typeface="Avenir Next"/>
                <a:cs typeface="Avenir Next"/>
              </a:defRPr>
            </a:pPr>
            <a:r>
              <a:rPr sz="1425" b="1">
                <a:solidFill>
                  <a:srgbClr val="F05252"/>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BAC34535-4474-47F6-AE49-F5C7F260BC8D}"/>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A3239FA4-80E3-4118-AE43-AC48DDD14A2E}"/>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321D88B-D708-4C43-8330-8F53DB5C6BC5}"/>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E0509851-5BA7-44D5-900C-CCE1E10C1B6D}"/>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0E7E6FB6-ADAD-40E5-AF12-8457947387BB}"/>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293B96-ABC7-4F51-BF32-1BEEFA01AB97}"/>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0B6BE682-08C9-4D64-8BCA-D844EDDD02DE}"/>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31A5C86A-C677-4586-B429-71914A052D95}"/>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4EE4CE-D7BD-4B6A-881D-D19D3A6A4D95}"/>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1FE01E85-6566-4EAB-8F4D-36C2ED4E27A6}"/>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655E2EDB-B9D9-4A97-80AF-B88CACE889BA}"/>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6EC1C62-E370-4280-B3D7-2EF64D32C020}"/>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1290504916"/>
      </p:ext>
    </p:extLst>
  </p:cSld>
</p:sld>
</file>

<file path=ppt/slides/slide1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58D38C3-4381-43A7-BE28-96E6D9246CC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B9928FE-D9E2-4D9D-A642-2B141ACD083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88B48779-0D40-4E7E-BDF8-1358249106A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C37AE9-A160-46A9-9177-073CA7239B5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793D92E-5D4B-42BD-A9E6-AB41E3C189F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12</a:t>
            </a:r>
          </a:p>
        </p:txBody>
      </p:sp>
      <p:graphicFrame>
        <p:nvGraphicFramePr>
          <p:cNvPr id="30"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6af09a67186a491a"/>
          </a:graphicData>
        </a:graphic>
      </p:graphicFrame>
      <p:sp>
        <p:nvSpPr>
          <p:cNvPr id="7" name="">
            <a:extLst xmlns:a="http://schemas.openxmlformats.org/drawingml/2006/main">
              <a:ext uri="{FF2B5EF4-FFF2-40B4-BE49-F238E27FC236}">
                <a16:creationId xmlns:a16="http://schemas.microsoft.com/office/drawing/2014/main" id="{BED6EA64-27A3-4D4B-B937-D268FA6BD0FA}"/>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1C98A"/>
                </a:solidFill>
                <a:latin typeface="Avenir Next"/>
                <a:ea typeface="Avenir Next"/>
                <a:cs typeface="Avenir Next"/>
              </a:defRPr>
            </a:pPr>
            <a:r>
              <a:rPr sz="1500" b="1">
                <a:solidFill>
                  <a:srgbClr val="21C98A"/>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B3C451BD-A4EC-40BD-B070-916939B2FB03}"/>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F8BF4654-0E9D-4EE8-9202-9E551836730A}"/>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2F12E1A3-CD95-4872-B908-6B78F984DA33}"/>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420A70-7DA7-4C6B-97AD-AAD3C8242EE3}"/>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2B8F0"/>
                </a:solidFill>
                <a:latin typeface="Avenir Next"/>
                <a:ea typeface="Avenir Next"/>
                <a:cs typeface="Avenir Next"/>
              </a:defRPr>
            </a:pPr>
            <a:r>
              <a:rPr sz="1500"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A62C0121-0AA3-43F6-ADBE-485721D0DB85}"/>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EAC0250E-17DF-41F3-9FA7-A7E44DED316A}"/>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44234088-AAF7-4330-9B3D-B8DC40BE5D12}"/>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22C9FF-5AD0-4AA8-9494-12BE95F31464}"/>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F8FC"/>
                </a:solidFill>
                <a:latin typeface="Avenir Next"/>
                <a:ea typeface="Avenir Next"/>
                <a:cs typeface="Avenir Next"/>
              </a:defRPr>
            </a:pPr>
            <a:r>
              <a:rPr sz="1500" b="1">
                <a:solidFill>
                  <a:srgbClr val="F5F8FC"/>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D8713773-C046-4C94-B6F4-0154A82A1BA3}"/>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A61C9B01-6925-4BE1-9EC3-6D879B25B166}"/>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2A31A336-3254-4906-8C76-562833E3CAC1}"/>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2E90DB5-CD97-4B66-883E-958B53841C9F}"/>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9E0B"/>
                </a:solidFill>
                <a:latin typeface="Avenir Next"/>
                <a:ea typeface="Avenir Next"/>
                <a:cs typeface="Avenir Next"/>
              </a:defRPr>
            </a:pPr>
            <a:r>
              <a:rPr sz="1500" b="1">
                <a:solidFill>
                  <a:srgbClr val="F59E0B"/>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91001401-C55E-43A3-AC1F-C2DA48D19940}"/>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1D22FF77-A510-4B26-B89C-E0350306014E}"/>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B0420CE0-03F1-4842-BEB9-9F073A51F8A5}"/>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01EBCD7-EF96-471F-B163-76517A86BA40}"/>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11274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4138F10-77B3-4CF6-B399-D519B52E1F58}"/>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401479303"/>
      </p:ext>
    </p:extLst>
  </p:cSld>
</p:sld>
</file>

<file path=ppt/slides/slide1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5DF6171-FAAE-47EB-BCD0-398329848FF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2FC270C-2CE6-4817-8991-442A96C20828}"/>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89874BED-0879-4DD1-AD38-59F91B8AEAC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003602-5D6F-4407-B787-8EA1B923CA3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A30517F-140F-43F5-ABF7-4FEA05790C3D}"/>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4b19bd3fb6d431c"/>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58E2451B-7A5D-4F9B-9FCE-356BD40F1AEE}"/>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1C98A"/>
                </a:solidFill>
                <a:latin typeface="Avenir Next"/>
                <a:ea typeface="Avenir Next"/>
                <a:cs typeface="Avenir Next"/>
              </a:defRPr>
            </a:pPr>
            <a:r>
              <a:rPr sz="1050" b="1">
                <a:solidFill>
                  <a:srgbClr val="21C98A"/>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8C265E95-7AF1-4760-9868-B2A5C9872D9F}"/>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2E6969-6FFB-4054-9781-36CAAC578137}"/>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2BB58C35-3BDA-4896-9723-C9BA10489CE1}"/>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9DB4D55-3938-4375-9205-F2F09EFA2474}"/>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95427DDF-676E-4B73-AD2B-6F50F3DD5EA9}"/>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8AB6C61-D9FF-4ED5-AE36-37915770C1FD}"/>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0F2C4E72-0966-44CD-93C0-E52C393E1659}"/>
              </a:ext>
            </a:extLst>
          </p:cNvPr>
          <p:cNvSpPr>
            <a:spLocks xmlns:a="http://schemas.openxmlformats.org/drawingml/2006/main" noGrp="1"/>
          </p:cNvSpPr>
          <p:nvPr/>
        </p:nvSpPr>
        <p:spPr>
          <a:xfrm xmlns:a="http://schemas.openxmlformats.org/drawingml/2006/main">
            <a:off x="4619625" y="3829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6DAEAFE7-515B-4ACC-91AD-1A350A1BE17D}"/>
              </a:ext>
            </a:extLst>
          </p:cNvPr>
          <p:cNvSpPr>
            <a:spLocks xmlns:a="http://schemas.openxmlformats.org/drawingml/2006/main" noGrp="1"/>
          </p:cNvSpPr>
          <p:nvPr/>
        </p:nvSpPr>
        <p:spPr>
          <a:xfrm xmlns:a="http://schemas.openxmlformats.org/drawingml/2006/main">
            <a:off x="4619625" y="4248150"/>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8A1341-A0F2-486F-8178-8AC243DD2502}"/>
              </a:ext>
            </a:extLst>
          </p:cNvPr>
          <p:cNvSpPr>
            <a:spLocks xmlns:a="http://schemas.openxmlformats.org/drawingml/2006/main" noGrp="1"/>
          </p:cNvSpPr>
          <p:nvPr/>
        </p:nvSpPr>
        <p:spPr>
          <a:xfrm xmlns:a="http://schemas.openxmlformats.org/drawingml/2006/main">
            <a:off x="4848225" y="4171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33A014DE-06A2-4E66-B8D9-0F1004AFD71B}"/>
              </a:ext>
            </a:extLst>
          </p:cNvPr>
          <p:cNvSpPr>
            <a:spLocks xmlns:a="http://schemas.openxmlformats.org/drawingml/2006/main" noGrp="1"/>
          </p:cNvSpPr>
          <p:nvPr/>
        </p:nvSpPr>
        <p:spPr>
          <a:xfrm xmlns:a="http://schemas.openxmlformats.org/drawingml/2006/main">
            <a:off x="4619625" y="4857750"/>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9374853-181E-4AD0-AED5-B04EBD291587}"/>
              </a:ext>
            </a:extLst>
          </p:cNvPr>
          <p:cNvSpPr>
            <a:spLocks xmlns:a="http://schemas.openxmlformats.org/drawingml/2006/main" noGrp="1"/>
          </p:cNvSpPr>
          <p:nvPr/>
        </p:nvSpPr>
        <p:spPr>
          <a:xfrm xmlns:a="http://schemas.openxmlformats.org/drawingml/2006/main">
            <a:off x="4848225" y="47815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140AE8A8-C116-4797-A6C5-783154306B8E}"/>
              </a:ext>
            </a:extLst>
          </p:cNvPr>
          <p:cNvSpPr>
            <a:spLocks xmlns:a="http://schemas.openxmlformats.org/drawingml/2006/main" noGrp="1"/>
          </p:cNvSpPr>
          <p:nvPr/>
        </p:nvSpPr>
        <p:spPr>
          <a:xfrm xmlns:a="http://schemas.openxmlformats.org/drawingml/2006/main">
            <a:off x="4619625" y="5467350"/>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A3C4B25-E120-4403-8383-60E066C66394}"/>
              </a:ext>
            </a:extLst>
          </p:cNvPr>
          <p:cNvSpPr>
            <a:spLocks xmlns:a="http://schemas.openxmlformats.org/drawingml/2006/main" noGrp="1"/>
          </p:cNvSpPr>
          <p:nvPr/>
        </p:nvSpPr>
        <p:spPr>
          <a:xfrm xmlns:a="http://schemas.openxmlformats.org/drawingml/2006/main">
            <a:off x="4848225" y="53911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ED69D42D-CC95-40B2-B5C3-E964480F8BE1}"/>
              </a:ext>
            </a:extLst>
          </p:cNvPr>
          <p:cNvSpPr>
            <a:spLocks xmlns:a="http://schemas.openxmlformats.org/drawingml/2006/main" noGrp="1"/>
          </p:cNvSpPr>
          <p:nvPr/>
        </p:nvSpPr>
        <p:spPr>
          <a:xfrm xmlns:a="http://schemas.openxmlformats.org/drawingml/2006/main">
            <a:off x="495300" y="5715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i="1">
                <a:solidFill>
                  <a:srgbClr val="79D8F7"/>
                </a:solidFill>
                <a:latin typeface="Avenir Next"/>
                <a:ea typeface="Avenir Next"/>
                <a:cs typeface="Avenir Next"/>
              </a:defRPr>
            </a:pPr>
            <a:r>
              <a:rPr sz="1350" b="0" i="1">
                <a:solidFill>
                  <a:srgbClr val="79D8F7"/>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1082053942"/>
      </p:ext>
    </p:extLst>
  </p:cSld>
</p:sld>
</file>

<file path=ppt/slides/slide1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0DB545B-2CF5-4092-96CA-F6E4DA7B9F5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27D3DB2-2C7F-45DA-9218-9E142F8E58F8}"/>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CCF86C40-7230-47EE-98B8-C06E733E41C6}"/>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001ACF-E16A-4152-B642-F4DFB233573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F846836-0B05-43F7-9F49-11A8C32E70B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43a7d1476354809"/>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BCAC679A-1C85-480C-BC18-3EE83D88730B}"/>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A3C65CCB-163A-41C1-8EFA-EB99E4F02F77}"/>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defRPr sz="2175" b="1">
                <a:solidFill>
                  <a:srgbClr val="F5F8FC"/>
                </a:solidFill>
                <a:latin typeface="Avenir Next"/>
                <a:ea typeface="Avenir Next"/>
                <a:cs typeface="Avenir Next"/>
              </a:defRPr>
            </a:pPr>
            <a:r>
              <a:rPr sz="2175" b="1">
                <a:solidFill>
                  <a:srgbClr val="F5F8FC"/>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315FEBD5-E9F1-4860-907A-D40705288B40}"/>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6B572B-BE02-4401-B330-D9FC92478538}"/>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987E1CC0-14C4-42C3-A8AE-6129555ED656}"/>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4DE4FE-3036-4B1D-B257-91389C64596C}"/>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9FA26A7E-04D5-4E2F-8241-E921DC71478B}"/>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6E1317E-FBB1-4D5F-80BA-2067E01855BC}"/>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020D5FA4-84A0-44B8-AA3C-39B7E7BDB292}"/>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D8222EC-7944-4A32-B233-6A7F96020B23}"/>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2B8F0"/>
                </a:solidFill>
                <a:latin typeface="Avenir Next"/>
                <a:ea typeface="Avenir Next"/>
                <a:cs typeface="Avenir Next"/>
              </a:defRPr>
            </a:pPr>
            <a:r>
              <a:rPr sz="1050" b="1">
                <a:solidFill>
                  <a:srgbClr val="22B8F0"/>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314E9751-8817-4830-9BCB-2516C6153131}"/>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274F1352-E05A-4C33-989B-F37C3F615305}"/>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5E0D9958-000A-4443-9BB5-FEEACD959B61}"/>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03412CDD-E780-44B5-9C8F-469D880DBFAE}"/>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F6388F0D-8DEF-428D-B670-37F07DA903B9}"/>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a:solidFill>
                  <a:srgbClr val="90A5BC"/>
                </a:solidFill>
                <a:latin typeface="Avenir Next"/>
                <a:ea typeface="Avenir Next"/>
                <a:cs typeface="Avenir Next"/>
              </a:defRPr>
            </a:pPr>
            <a:r>
              <a:rPr sz="1050" b="0">
                <a:solidFill>
                  <a:srgbClr val="90A5BC"/>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921662914"/>
      </p:ext>
    </p:extLst>
  </p:cSld>
</p:sld>
</file>

<file path=ppt/slides/slide1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86899E-7F95-4747-B801-C24C3F75B47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41E9CAD-E1FF-4FF8-AC7A-833F560695B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4E6857A3-265D-4650-AFB4-6DE76502C7DC}"/>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155F89-E817-4C3F-ABD8-725CB5ACBBC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B3A7763-4307-4451-8402-E42BC9BF530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15</a:t>
            </a:r>
          </a:p>
        </p:txBody>
      </p:sp>
      <p:graphicFrame>
        <p:nvGraphicFramePr>
          <p:cNvPr id="13"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F5F8FC"/>
                          </a:solidFill>
                          <a:latin typeface="Avenir Next"/>
                          <a:ea typeface="Avenir Next"/>
                          <a:cs typeface="Avenir Next"/>
                        </a:rPr>
                        <a:t>Quantity</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Item</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Function</a:t>
                      </a:r>
                    </a:p>
                  </a:txBody>
                  <a:tcPr marL="76200" marR="76200" marT="47625" marB="47625" anchor="ctr">
                    <a:solidFill>
                      <a:srgbClr val="153353"/>
                    </a:solidFill>
                  </a:tcPr>
                </a:tc>
              </a:tr>
              <a:tr h="502708">
                <a:tc>
                  <a:txBody>
                    <a:bodyPr/>
                    <a:lstStyle/>
                    <a:p>
                      <a:r>
                        <a:rPr sz="1350">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100 mL glass thermal cores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Comparable test vessels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4 + 1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Digital probe thermometers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Core and bath measurements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Bucket or deep container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Cold bath and secondary containment</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Cotton, bubble wrap and Mylar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Four insulation configurations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As needed</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Tape or elastic bands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Repeatable assembly without compression</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Gloves or tongs, towels and timer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Safe handling, cleanup and timing</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Adult-controlled hot-water source</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Prepare water near 80 °C</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Per student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Task sheet or laboratory report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Hypothesis, raw data and evaluation</a:t>
                      </a:r>
                    </a:p>
                  </a:txBody>
                  <a:tcPr marL="76200" marR="76200" marT="47625" marB="47625" anchor="ctr">
                    <a:solidFill>
                      <a:srgbClr val="0C1B33"/>
                    </a:solidFill>
                  </a:tcPr>
                </a:tc>
              </a:tr>
            </a:tbl>
          </a:graphicData>
        </a:graphic>
      </p:graphicFrame>
      <p:sp>
        <p:nvSpPr>
          <p:cNvPr id="7" name="">
            <a:extLst xmlns:a="http://schemas.openxmlformats.org/drawingml/2006/main">
              <a:ext uri="{FF2B5EF4-FFF2-40B4-BE49-F238E27FC236}">
                <a16:creationId xmlns:a16="http://schemas.microsoft.com/office/drawing/2014/main" id="{F9809956-043E-4B48-AD02-9AA2AD84E47F}"/>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2034475038"/>
      </p:ext>
    </p:extLst>
  </p:cSld>
</p:sld>
</file>

<file path=ppt/slides/slide1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12820BE-EB17-4006-AA1E-749331891BF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73F537F3-6B78-4579-AA94-B2F6E37CA3B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2AB141D1-3202-4B5A-BA5D-8F89B73927E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5B8905-1B4B-4ECC-B71C-A0C02486E1C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25F9B2A-5380-4FDB-8091-68411314F3CD}"/>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72908E65-5373-497F-AEBA-FFF1FB84D3EC}"/>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D8A770F0-4AF8-43EA-9ED3-369BCA0C52CA}"/>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5D1721E8-61A8-438E-B02E-A0571F00898E}"/>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1F4F34-3A0F-4B2A-A4F9-083190474B5E}"/>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BFA9A627-6D7E-4908-AFFD-10ACFED932A7}"/>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6D01A06D-6BA4-468F-BD76-C984A802A97B}"/>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75577B-DF52-4DB9-8200-873ACF7F4E90}"/>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E1762236-1B6A-4B26-9CD4-81C6E78E279B}"/>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0A03D96A-B8DA-4F04-9945-D84814D1C07B}"/>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D83BB4-8E06-4A7B-8B89-97AEE4DF4F46}"/>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87A3C9F8-E503-4B6C-951B-0B00095485E5}"/>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189792E8-1847-45A3-9337-A44AADDF48E7}"/>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B9835B7-A3F1-4A7E-949E-04B2B44EC9FD}"/>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EF837998-7523-46AB-A8B0-08C299CEEFB0}"/>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684573B5-5600-446F-BA7D-5CBC0E304F4A}"/>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08BA0BE-A364-4BD4-B752-E21B3A92A5A0}"/>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DA235692-D7DE-4382-B496-FA802239355C}"/>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D5628A23-2ED5-4E90-856E-B21613A7F17A}"/>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BFA6ECF-D4BE-4B5C-B758-DB0A95B5B25E}"/>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515765D6-FD6D-421C-994A-5F9381C3F131}"/>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36F159A9-00D5-4D41-B116-0CD200CA073E}"/>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E31EA05-368B-4947-83C5-2016D7E37BB2}"/>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CA83AB3D-B5C5-4F4D-9414-160BEBA48E4E}"/>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3BB0EA71-46BC-4403-B80B-859B72E6875C}"/>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7A22EEA-264A-4CEA-81E3-F28F6F88B2B0}"/>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121875A1-496C-4001-8180-6B9B2C6121E5}"/>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18B08291-478E-4A63-9717-6334307CEACE}"/>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15683A7-2BFC-4B81-9E14-AFCC1071EF99}"/>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034EE810-65E5-423A-914B-DCA6B9C9252D}"/>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F4CBC77D-D8DF-4798-AF55-50978E917ABB}"/>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A05F72A-5018-46DF-9781-132CB272EE5B}"/>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6BA32CCA-A8D9-4DE1-9000-22E1912D97F8}"/>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F1B4F0BB-188A-48ED-86BF-BB0D0E2A841F}"/>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C3819FD-7A04-4E47-BCC4-EF92EE3BAC2D}"/>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9764591F-6CB6-4398-BABE-27165AB45999}"/>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A2D81C54-D0A3-4B8E-862C-3F1FFC06BF54}"/>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Tree>
    <p:extLst>
      <p:ext uri="{BB962C8B-B14F-4D97-AF65-F5344CB8AC3E}">
        <p14:creationId xmlns:p14="http://schemas.microsoft.com/office/powerpoint/2010/main" val="1516269244"/>
      </p:ext>
    </p:extLst>
  </p:cSld>
</p:sld>
</file>

<file path=ppt/slides/slide1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F694E5-2FEB-4637-B090-EC0C693A0B6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C39ABDD6-6FB0-4E81-A456-378F719363FC}"/>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CAA996BF-364F-48B5-8FD2-B78F68C8F77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93FA97-06DF-4E4C-9889-BAB486C0148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416AB355-396B-4F0F-A0FC-FB3BE44B192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17</a:t>
            </a:r>
          </a:p>
        </p:txBody>
      </p:sp>
      <p:graphicFrame>
        <p:nvGraphicFramePr>
          <p:cNvPr id="12" name=""/>
          <p:cNvGraphicFramePr/>
          <p:nvPr/>
        </p:nvGraphicFramePr>
        <p:xfrm>
          <a:off xmlns:a="http://schemas.openxmlformats.org/drawingml/2006/main" x="857250" y="1333500"/>
          <a:ext xmlns:a="http://schemas.openxmlformats.org/drawingml/2006/main" cx="10477500" cy="4876800"/>
        </p:xfrm>
        <a:graphic xmlns:a="http://schemas.openxmlformats.org/drawingml/2006/main">
          <a:graphicData uri="http://schemas.openxmlformats.org/drawingml/2006/table">
            <a:tbl>
              <a:tblPr/>
              <a:tblGrid>
                <a:gridCol w="1714500"/>
                <a:gridCol w="2190750"/>
                <a:gridCol w="2190750"/>
                <a:gridCol w="2190750"/>
                <a:gridCol w="2190750"/>
              </a:tblGrid>
              <a:tr h="286871">
                <a:tc>
                  <a:txBody>
                    <a:bodyPr/>
                    <a:lstStyle/>
                    <a:p>
                      <a:r>
                        <a:rPr sz="1050" b="1">
                          <a:solidFill>
                            <a:srgbClr val="F5F8FC"/>
                          </a:solidFill>
                          <a:latin typeface="Avenir Next"/>
                          <a:ea typeface="Avenir Next"/>
                          <a:cs typeface="Avenir Next"/>
                        </a:rPr>
                        <a:t>Time (min)</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Full MLI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Bubble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Mylar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Bare (°C)</a:t>
                      </a:r>
                    </a:p>
                  </a:txBody>
                  <a:tcPr marL="76200" marR="76200" marT="47625" marB="47625" anchor="ctr">
                    <a:solidFill>
                      <a:srgbClr val="153353"/>
                    </a:solidFill>
                  </a:tcPr>
                </a:tc>
              </a:tr>
              <a:tr h="286871">
                <a:tc>
                  <a:txBody>
                    <a:bodyPr/>
                    <a:lstStyle/>
                    <a:p>
                      <a:r>
                        <a:rPr sz="975">
                          <a:solidFill>
                            <a:srgbClr val="D8E4F2"/>
                          </a:solidFill>
                          <a:latin typeface="Avenir Next"/>
                          <a:ea typeface="Avenir Next"/>
                          <a:cs typeface="Avenir Next"/>
                        </a:rPr>
                        <a:t>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77.6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80.1</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79.0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61.8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66.0</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59.9</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74.5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50.1</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47.1</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44.6</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40.9</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69.7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39.5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57.5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38.2</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37.3</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34.6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53.7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35.8</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35.2</a:t>
                      </a:r>
                    </a:p>
                  </a:txBody>
                  <a:tcPr marL="76200" marR="76200" marT="47625" marB="47625" anchor="ctr">
                    <a:solidFill>
                      <a:srgbClr val="0C1B33"/>
                    </a:solidFill>
                  </a:tcPr>
                </a:tc>
              </a:tr>
            </a:tbl>
          </a:graphicData>
        </a:graphic>
      </p:graphicFrame>
    </p:spTree>
    <p:extLst>
      <p:ext uri="{BB962C8B-B14F-4D97-AF65-F5344CB8AC3E}">
        <p14:creationId xmlns:p14="http://schemas.microsoft.com/office/powerpoint/2010/main" val="321620795"/>
      </p:ext>
    </p:extLst>
  </p:cSld>
</p:sld>
</file>

<file path=ppt/slides/slide1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7CD7D73-64A3-48FE-BBDE-05891E7BC45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3BCE96A0-7C1F-4F38-AEED-4C42DAA2440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20F9A4B9-A1E3-4273-B906-04A56679AAE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D9FCB5-5B55-4303-A9E0-46451CAC826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E44D3A78-F192-4524-A5DD-BD6B2023FD0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781501AC-1AD9-4A91-8D5B-0C88F13D4CBF}"/>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Residual at point i</a:t>
            </a:r>
          </a:p>
        </p:txBody>
      </p:sp>
      <p:sp>
        <p:nvSpPr>
          <p:cNvPr id="7" name="">
            <a:extLst xmlns:a="http://schemas.openxmlformats.org/drawingml/2006/main">
              <a:ext uri="{FF2B5EF4-FFF2-40B4-BE49-F238E27FC236}">
                <a16:creationId xmlns:a16="http://schemas.microsoft.com/office/drawing/2014/main" id="{979C2A47-D270-419D-A397-00B94529F72B}"/>
              </a:ext>
            </a:extLst>
          </p:cNvPr>
          <p:cNvSpPr>
            <a:spLocks xmlns:a="http://schemas.openxmlformats.org/drawingml/2006/main" noGrp="1"/>
          </p:cNvSpPr>
          <p:nvPr/>
        </p:nvSpPr>
        <p:spPr>
          <a:xfrm xmlns:a="http://schemas.openxmlformats.org/drawingml/2006/main">
            <a:off x="3143250" y="14097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Residualᵢ = Tmeasured,ᵢ − Tmodel,ᵢ</a:t>
            </a:r>
          </a:p>
        </p:txBody>
      </p:sp>
      <p:sp>
        <p:nvSpPr>
          <p:cNvPr id="8" name="">
            <a:extLst xmlns:a="http://schemas.openxmlformats.org/drawingml/2006/main">
              <a:ext uri="{FF2B5EF4-FFF2-40B4-BE49-F238E27FC236}">
                <a16:creationId xmlns:a16="http://schemas.microsoft.com/office/drawing/2014/main" id="{ACA97B0F-91F0-4B54-B44F-3F918C180004}"/>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487F9BD3-7715-4A63-A4C5-A4E1AAF8CA95}"/>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AEAB032-09EA-4EA3-9A8F-998D0409B6A8}"/>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Mean absolute error</a:t>
            </a:r>
          </a:p>
        </p:txBody>
      </p:sp>
      <p:sp>
        <p:nvSpPr>
          <p:cNvPr id="11" name="">
            <a:extLst xmlns:a="http://schemas.openxmlformats.org/drawingml/2006/main">
              <a:ext uri="{FF2B5EF4-FFF2-40B4-BE49-F238E27FC236}">
                <a16:creationId xmlns:a16="http://schemas.microsoft.com/office/drawing/2014/main" id="{9C071209-C290-4105-86D8-F5B30A7F685A}"/>
              </a:ext>
            </a:extLst>
          </p:cNvPr>
          <p:cNvSpPr>
            <a:spLocks xmlns:a="http://schemas.openxmlformats.org/drawingml/2006/main" noGrp="1"/>
          </p:cNvSpPr>
          <p:nvPr/>
        </p:nvSpPr>
        <p:spPr>
          <a:xfrm xmlns:a="http://schemas.openxmlformats.org/drawingml/2006/main">
            <a:off x="3143250" y="2476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MAE = (1/n) Σ |Residualᵢ|</a:t>
            </a:r>
          </a:p>
        </p:txBody>
      </p:sp>
      <p:sp>
        <p:nvSpPr>
          <p:cNvPr id="12" name="">
            <a:extLst xmlns:a="http://schemas.openxmlformats.org/drawingml/2006/main">
              <a:ext uri="{FF2B5EF4-FFF2-40B4-BE49-F238E27FC236}">
                <a16:creationId xmlns:a16="http://schemas.microsoft.com/office/drawing/2014/main" id="{59EB90C6-6BB0-4776-9E6C-A2C8019739AB}"/>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4E024F56-3DDE-462E-AB41-F9B083C97795}"/>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3B31351-2831-4307-9960-92978DFE166E}"/>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Fitted cooling constant</a:t>
            </a:r>
          </a:p>
        </p:txBody>
      </p:sp>
      <p:sp>
        <p:nvSpPr>
          <p:cNvPr id="15" name="">
            <a:extLst xmlns:a="http://schemas.openxmlformats.org/drawingml/2006/main">
              <a:ext uri="{FF2B5EF4-FFF2-40B4-BE49-F238E27FC236}">
                <a16:creationId xmlns:a16="http://schemas.microsoft.com/office/drawing/2014/main" id="{57B197F1-DBB9-4C65-BB48-59060AB9BB1E}"/>
              </a:ext>
            </a:extLst>
          </p:cNvPr>
          <p:cNvSpPr>
            <a:spLocks xmlns:a="http://schemas.openxmlformats.org/drawingml/2006/main" noGrp="1"/>
          </p:cNvSpPr>
          <p:nvPr/>
        </p:nvSpPr>
        <p:spPr>
          <a:xfrm xmlns:a="http://schemas.openxmlformats.org/drawingml/2006/main">
            <a:off x="3143250" y="3543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k = −ln[(T(t) − Tenv)/(T₀ − Tenv)] / t</a:t>
            </a:r>
          </a:p>
        </p:txBody>
      </p:sp>
      <p:sp>
        <p:nvSpPr>
          <p:cNvPr id="16" name="">
            <a:extLst xmlns:a="http://schemas.openxmlformats.org/drawingml/2006/main">
              <a:ext uri="{FF2B5EF4-FFF2-40B4-BE49-F238E27FC236}">
                <a16:creationId xmlns:a16="http://schemas.microsoft.com/office/drawing/2014/main" id="{D766A31F-CA39-4EBF-B672-F4224E379AFB}"/>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13485F3C-FE56-4775-9BB4-B9B95D66E0B9}"/>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63E5CED-2FAB-42C2-8D71-D15757FFAEF0}"/>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79D8F7"/>
                </a:solidFill>
                <a:latin typeface="Avenir Next"/>
                <a:ea typeface="Avenir Next"/>
                <a:cs typeface="Avenir Next"/>
              </a:defRPr>
            </a:pPr>
            <a:r>
              <a:rPr sz="1425" b="1">
                <a:solidFill>
                  <a:srgbClr val="79D8F7"/>
                </a:solidFill>
                <a:latin typeface="Avenir Next"/>
                <a:ea typeface="Avenir Next"/>
                <a:cs typeface="Avenir Next"/>
              </a:rPr>
              <a:t>Normalized heat retained</a:t>
            </a:r>
          </a:p>
        </p:txBody>
      </p:sp>
      <p:sp>
        <p:nvSpPr>
          <p:cNvPr id="19" name="">
            <a:extLst xmlns:a="http://schemas.openxmlformats.org/drawingml/2006/main">
              <a:ext uri="{FF2B5EF4-FFF2-40B4-BE49-F238E27FC236}">
                <a16:creationId xmlns:a16="http://schemas.microsoft.com/office/drawing/2014/main" id="{49C59EFA-3F18-4E17-83DE-9AAAC371C413}"/>
              </a:ext>
            </a:extLst>
          </p:cNvPr>
          <p:cNvSpPr>
            <a:spLocks xmlns:a="http://schemas.openxmlformats.org/drawingml/2006/main" noGrp="1"/>
          </p:cNvSpPr>
          <p:nvPr/>
        </p:nvSpPr>
        <p:spPr>
          <a:xfrm xmlns:a="http://schemas.openxmlformats.org/drawingml/2006/main">
            <a:off x="3143250" y="4610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(T₁₅ − Tref)/(T₀ − Tref) × 100%</a:t>
            </a:r>
          </a:p>
        </p:txBody>
      </p:sp>
      <p:sp>
        <p:nvSpPr>
          <p:cNvPr id="20" name="">
            <a:extLst xmlns:a="http://schemas.openxmlformats.org/drawingml/2006/main">
              <a:ext uri="{FF2B5EF4-FFF2-40B4-BE49-F238E27FC236}">
                <a16:creationId xmlns:a16="http://schemas.microsoft.com/office/drawing/2014/main" id="{64C2E5DF-216E-470C-9FA7-B76CF16DCAE0}"/>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183F587A-668F-471E-9722-E5E26EA0DBBD}"/>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2FA8701-2B5D-48B0-91A0-9746F5DAA3A5}"/>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83CBCD6-2B6B-4D5F-9264-112F471C40F5}"/>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79D8F7"/>
                </a:solidFill>
                <a:latin typeface="Avenir Next"/>
                <a:ea typeface="Avenir Next"/>
                <a:cs typeface="Avenir Next"/>
              </a:defRPr>
            </a:pPr>
            <a:r>
              <a:rPr sz="1200" b="0">
                <a:solidFill>
                  <a:srgbClr val="79D8F7"/>
                </a:solidFill>
                <a:latin typeface="Avenir Next"/>
                <a:ea typeface="Avenir Next"/>
                <a:cs typeface="Avenir Next"/>
              </a:rPr>
              <a:t>The Mission Control full-MLI screenshot uses the supplied 16-point series and reports MAE = 0.98 °C against the 80/0 °C reference curve.</a:t>
            </a:r>
          </a:p>
        </p:txBody>
      </p:sp>
    </p:spTree>
    <p:extLst>
      <p:ext uri="{BB962C8B-B14F-4D97-AF65-F5344CB8AC3E}">
        <p14:creationId xmlns:p14="http://schemas.microsoft.com/office/powerpoint/2010/main" val="63034261"/>
      </p:ext>
    </p:extLst>
  </p:cSld>
</p:sld>
</file>

<file path=ppt/slides/slide1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B27F627-D20A-457A-A419-E72C43A651C3}"/>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FC293628-69DD-4CBF-BC77-92D143FACA5D}"/>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1130AEF1-0B16-43DC-972D-E2F818EF886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866505-D307-4AF2-A4F4-EE47F8236F8C}"/>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76DDA10-D9AA-4B15-8AC1-7253646DA21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19</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028bf1663104e0d"/>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7174409E-6495-4019-A6D9-8EA56991FE4D}"/>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E4E560F2-1BE0-49F5-AC76-51AAC0CE3BE6}"/>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75BBBB-018D-434E-BA9D-6EF269CAD2A6}"/>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8381568E-1E8A-440A-88E8-CE840D8A5130}"/>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DAAD50B-7468-413F-A0B1-AE6B3FD475F2}"/>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5F4A0584-A237-4918-AAD2-62D5E68A1828}"/>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2F7B9D9-6182-43E6-B992-FDC851F93D37}"/>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FC83F6A4-8EDB-471E-B8C6-4489B3A300C5}"/>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0CC188-9A9B-47FD-82D0-CD9978E00A8F}"/>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2E12D0B3-A525-4C22-9470-4E57D94B8EE5}"/>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1EC1B41-CDCE-4941-8D20-F6ED503AE373}"/>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566D67B9-21E9-4A59-8BCA-A9C7FFA01A5F}"/>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11274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C393BDB-9BE3-49A8-897A-8972BC00C4B8}"/>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EBC8B354-B0A5-4B76-AF9E-D440A5F2139A}"/>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987659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2026-09-09T08:36:02.9580000Z</dcterms:created>
  <dcterms:modified xsi:type="dcterms:W3CDTF">2026-09-09T08:36:02.9580000Z</dcterms:modified>
</coreProperties>
</file>